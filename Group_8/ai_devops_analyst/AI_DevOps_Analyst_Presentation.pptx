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DevOps Incident 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Incident Remediation with Multi-Agent Architecture</a:t>
            </a:r>
          </a:p>
          <a:p>
            <a:r>
              <a:t>Presented by: 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Solution Overview (AI DevOps Analyst)</a:t>
            </a:r>
          </a:p>
          <a:p>
            <a:r>
              <a:t>Architecture &amp; Design</a:t>
            </a:r>
          </a:p>
          <a:p>
            <a:r>
              <a:t>Key Benefits</a:t>
            </a:r>
          </a:p>
          <a:p>
            <a:r>
              <a:t>Demo/Walkthrough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volume of operational logs and alerts.</a:t>
            </a:r>
          </a:p>
          <a:p>
            <a:r>
              <a:t>Slow manual analysis and correlation.</a:t>
            </a:r>
          </a:p>
          <a:p>
            <a:r>
              <a:t>Inconsistent remediation steps.</a:t>
            </a:r>
          </a:p>
          <a:p>
            <a:r>
              <a:t>Delayed communication to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Incident Analysis Application.</a:t>
            </a:r>
          </a:p>
          <a:p>
            <a:r>
              <a:t>Multi-Agent System for specialized tasks (Analysis, Research, Fix).</a:t>
            </a:r>
          </a:p>
          <a:p>
            <a:r>
              <a:t>Integration with existing tools (JIRA, Slack).</a:t>
            </a:r>
          </a:p>
          <a:p>
            <a:r>
              <a:t>RAG-powered Context from Internal Cookbooks.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Multi-Agent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Orchestrator: LangGraph State Machine</a:t>
            </a:r>
          </a:p>
          <a:p>
            <a:pPr lvl="1"/>
            <a:r>
              <a:t>1. Log Reader Agent: Parses raw logs.</a:t>
            </a:r>
          </a:p>
          <a:p>
            <a:pPr lvl="1"/>
            <a:r>
              <a:t>2. Cookbook Agent: Retrieves vector-embedded docs.</a:t>
            </a:r>
          </a:p>
          <a:p>
            <a:pPr lvl="1"/>
            <a:r>
              <a:t>3. Remediation Agent: Synthesizes fixes.</a:t>
            </a:r>
          </a:p>
          <a:p>
            <a:pPr lvl="1"/>
            <a:r>
              <a:t>4. Action Agents: JIRA Ticket Creation &amp; Slack Notification.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Speed: Instant analysis of complex logs.</a:t>
            </a:r>
          </a:p>
          <a:p>
            <a:r>
              <a:t>Accuracy: Context-aware fixes using internal knowledge bases.</a:t>
            </a:r>
          </a:p>
          <a:p>
            <a:r>
              <a:t>Scalability: Handle thousands of incidents automatically.</a:t>
            </a:r>
          </a:p>
          <a:p>
            <a:r>
              <a:t>Traceability: All actions logged and tracked in JIRA.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