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693"/>
  </p:normalViewPr>
  <p:slideViewPr>
    <p:cSldViewPr snapToGrid="0" snapToObjects="1">
      <p:cViewPr varScale="1">
        <p:scale>
          <a:sx n="98" d="100"/>
          <a:sy n="98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jp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jp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5BAE97-BA89-460F-BDF5-29E088BFE1A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1320C9-4A4F-4011-859A-869E00DAD823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8DE20BDE-A11A-4B06-AC3F-BFA258DD0DC3}" type="parTrans" cxnId="{0468A528-6038-49C3-BC01-C0F67732D619}">
      <dgm:prSet/>
      <dgm:spPr/>
      <dgm:t>
        <a:bodyPr/>
        <a:lstStyle/>
        <a:p>
          <a:endParaRPr lang="en-US"/>
        </a:p>
      </dgm:t>
    </dgm:pt>
    <dgm:pt modelId="{92A6111D-7E2B-4652-9F70-C236DCD40C55}" type="sibTrans" cxnId="{0468A528-6038-49C3-BC01-C0F67732D619}">
      <dgm:prSet/>
      <dgm:spPr/>
      <dgm:t>
        <a:bodyPr/>
        <a:lstStyle/>
        <a:p>
          <a:endParaRPr lang="en-US"/>
        </a:p>
      </dgm:t>
    </dgm:pt>
    <dgm:pt modelId="{0B2D52D7-B1DC-4A3E-91A5-8541AB86E3F3}">
      <dgm:prSet/>
      <dgm:spPr/>
      <dgm:t>
        <a:bodyPr/>
        <a:lstStyle/>
        <a:p>
          <a:r>
            <a:rPr lang="en-US"/>
            <a:t>Solution Overview (AI DevOps Analyst)</a:t>
          </a:r>
        </a:p>
      </dgm:t>
    </dgm:pt>
    <dgm:pt modelId="{9F24EF88-9E3A-4400-8AB1-31836B23005E}" type="parTrans" cxnId="{AF7F8F26-8719-40BF-B2D0-F07818554623}">
      <dgm:prSet/>
      <dgm:spPr/>
      <dgm:t>
        <a:bodyPr/>
        <a:lstStyle/>
        <a:p>
          <a:endParaRPr lang="en-US"/>
        </a:p>
      </dgm:t>
    </dgm:pt>
    <dgm:pt modelId="{D7C41063-8B24-4E88-A204-3DC204738ED3}" type="sibTrans" cxnId="{AF7F8F26-8719-40BF-B2D0-F07818554623}">
      <dgm:prSet/>
      <dgm:spPr/>
      <dgm:t>
        <a:bodyPr/>
        <a:lstStyle/>
        <a:p>
          <a:endParaRPr lang="en-US"/>
        </a:p>
      </dgm:t>
    </dgm:pt>
    <dgm:pt modelId="{05E1155C-EDEE-42D8-97E7-96F23D095328}">
      <dgm:prSet/>
      <dgm:spPr/>
      <dgm:t>
        <a:bodyPr/>
        <a:lstStyle/>
        <a:p>
          <a:r>
            <a:rPr lang="en-US"/>
            <a:t>Architecture &amp; Design</a:t>
          </a:r>
        </a:p>
      </dgm:t>
    </dgm:pt>
    <dgm:pt modelId="{3D431218-6FF4-4CBF-AB89-B0A1CB73B664}" type="parTrans" cxnId="{0E70A73C-0DAD-4EBA-9DC6-8317CA443921}">
      <dgm:prSet/>
      <dgm:spPr/>
      <dgm:t>
        <a:bodyPr/>
        <a:lstStyle/>
        <a:p>
          <a:endParaRPr lang="en-US"/>
        </a:p>
      </dgm:t>
    </dgm:pt>
    <dgm:pt modelId="{AD1C9A30-45C0-4F68-8A8A-AA55FB3621AF}" type="sibTrans" cxnId="{0E70A73C-0DAD-4EBA-9DC6-8317CA443921}">
      <dgm:prSet/>
      <dgm:spPr/>
      <dgm:t>
        <a:bodyPr/>
        <a:lstStyle/>
        <a:p>
          <a:endParaRPr lang="en-US"/>
        </a:p>
      </dgm:t>
    </dgm:pt>
    <dgm:pt modelId="{96362E11-CD8E-470C-B1D3-217706D9A877}">
      <dgm:prSet/>
      <dgm:spPr/>
      <dgm:t>
        <a:bodyPr/>
        <a:lstStyle/>
        <a:p>
          <a:r>
            <a:rPr lang="en-US"/>
            <a:t>Key Benefits</a:t>
          </a:r>
        </a:p>
      </dgm:t>
    </dgm:pt>
    <dgm:pt modelId="{E9B87D09-5C94-4E8B-AEB4-D6D614122861}" type="parTrans" cxnId="{3DA591BC-8BD3-467E-A8BC-C40C5F0E13A8}">
      <dgm:prSet/>
      <dgm:spPr/>
      <dgm:t>
        <a:bodyPr/>
        <a:lstStyle/>
        <a:p>
          <a:endParaRPr lang="en-US"/>
        </a:p>
      </dgm:t>
    </dgm:pt>
    <dgm:pt modelId="{2531BC43-91BE-48BB-9A23-CF77C10ABAE7}" type="sibTrans" cxnId="{3DA591BC-8BD3-467E-A8BC-C40C5F0E13A8}">
      <dgm:prSet/>
      <dgm:spPr/>
      <dgm:t>
        <a:bodyPr/>
        <a:lstStyle/>
        <a:p>
          <a:endParaRPr lang="en-US"/>
        </a:p>
      </dgm:t>
    </dgm:pt>
    <dgm:pt modelId="{6BC9DB9E-3ACF-48FE-9ECD-1DC7F0445408}">
      <dgm:prSet/>
      <dgm:spPr/>
      <dgm:t>
        <a:bodyPr/>
        <a:lstStyle/>
        <a:p>
          <a:r>
            <a:rPr lang="en-US"/>
            <a:t>Demo/Walkthrough</a:t>
          </a:r>
        </a:p>
      </dgm:t>
    </dgm:pt>
    <dgm:pt modelId="{5995C1F5-05FC-4335-BB42-C7392C16B29D}" type="parTrans" cxnId="{D8653649-AE0B-4D27-89BF-7DD3CE55F6DC}">
      <dgm:prSet/>
      <dgm:spPr/>
      <dgm:t>
        <a:bodyPr/>
        <a:lstStyle/>
        <a:p>
          <a:endParaRPr lang="en-US"/>
        </a:p>
      </dgm:t>
    </dgm:pt>
    <dgm:pt modelId="{D6E58EAA-174A-493F-B393-AAE28E5D65F2}" type="sibTrans" cxnId="{D8653649-AE0B-4D27-89BF-7DD3CE55F6DC}">
      <dgm:prSet/>
      <dgm:spPr/>
      <dgm:t>
        <a:bodyPr/>
        <a:lstStyle/>
        <a:p>
          <a:endParaRPr lang="en-US"/>
        </a:p>
      </dgm:t>
    </dgm:pt>
    <dgm:pt modelId="{7ADCE299-5243-5241-8B53-BCB3BF042F36}" type="pres">
      <dgm:prSet presAssocID="{9B5BAE97-BA89-460F-BDF5-29E088BFE1A5}" presName="outerComposite" presStyleCnt="0">
        <dgm:presLayoutVars>
          <dgm:chMax val="5"/>
          <dgm:dir/>
          <dgm:resizeHandles val="exact"/>
        </dgm:presLayoutVars>
      </dgm:prSet>
      <dgm:spPr/>
    </dgm:pt>
    <dgm:pt modelId="{6F852E4D-A17D-4041-93E4-CCFB316403B8}" type="pres">
      <dgm:prSet presAssocID="{9B5BAE97-BA89-460F-BDF5-29E088BFE1A5}" presName="dummyMaxCanvas" presStyleCnt="0">
        <dgm:presLayoutVars/>
      </dgm:prSet>
      <dgm:spPr/>
    </dgm:pt>
    <dgm:pt modelId="{D5F0334D-6B94-ED42-99E2-D91AEDA759D4}" type="pres">
      <dgm:prSet presAssocID="{9B5BAE97-BA89-460F-BDF5-29E088BFE1A5}" presName="FiveNodes_1" presStyleLbl="node1" presStyleIdx="0" presStyleCnt="5">
        <dgm:presLayoutVars>
          <dgm:bulletEnabled val="1"/>
        </dgm:presLayoutVars>
      </dgm:prSet>
      <dgm:spPr/>
    </dgm:pt>
    <dgm:pt modelId="{3B034EA2-F551-1845-88D6-707035D05FF3}" type="pres">
      <dgm:prSet presAssocID="{9B5BAE97-BA89-460F-BDF5-29E088BFE1A5}" presName="FiveNodes_2" presStyleLbl="node1" presStyleIdx="1" presStyleCnt="5">
        <dgm:presLayoutVars>
          <dgm:bulletEnabled val="1"/>
        </dgm:presLayoutVars>
      </dgm:prSet>
      <dgm:spPr/>
    </dgm:pt>
    <dgm:pt modelId="{53F37437-7D66-784D-A6E1-34607659458D}" type="pres">
      <dgm:prSet presAssocID="{9B5BAE97-BA89-460F-BDF5-29E088BFE1A5}" presName="FiveNodes_3" presStyleLbl="node1" presStyleIdx="2" presStyleCnt="5">
        <dgm:presLayoutVars>
          <dgm:bulletEnabled val="1"/>
        </dgm:presLayoutVars>
      </dgm:prSet>
      <dgm:spPr/>
    </dgm:pt>
    <dgm:pt modelId="{10463C7D-3AD5-004E-A835-5CB1966192C9}" type="pres">
      <dgm:prSet presAssocID="{9B5BAE97-BA89-460F-BDF5-29E088BFE1A5}" presName="FiveNodes_4" presStyleLbl="node1" presStyleIdx="3" presStyleCnt="5">
        <dgm:presLayoutVars>
          <dgm:bulletEnabled val="1"/>
        </dgm:presLayoutVars>
      </dgm:prSet>
      <dgm:spPr/>
    </dgm:pt>
    <dgm:pt modelId="{526E8D8F-B0F6-E747-94F5-8FCA7D986696}" type="pres">
      <dgm:prSet presAssocID="{9B5BAE97-BA89-460F-BDF5-29E088BFE1A5}" presName="FiveNodes_5" presStyleLbl="node1" presStyleIdx="4" presStyleCnt="5">
        <dgm:presLayoutVars>
          <dgm:bulletEnabled val="1"/>
        </dgm:presLayoutVars>
      </dgm:prSet>
      <dgm:spPr/>
    </dgm:pt>
    <dgm:pt modelId="{560AD8CB-3BA0-4B45-900E-37066A9ECAA8}" type="pres">
      <dgm:prSet presAssocID="{9B5BAE97-BA89-460F-BDF5-29E088BFE1A5}" presName="FiveConn_1-2" presStyleLbl="fgAccFollowNode1" presStyleIdx="0" presStyleCnt="4">
        <dgm:presLayoutVars>
          <dgm:bulletEnabled val="1"/>
        </dgm:presLayoutVars>
      </dgm:prSet>
      <dgm:spPr/>
    </dgm:pt>
    <dgm:pt modelId="{5BC7F9E4-4F20-BC42-9F83-740E10196C9C}" type="pres">
      <dgm:prSet presAssocID="{9B5BAE97-BA89-460F-BDF5-29E088BFE1A5}" presName="FiveConn_2-3" presStyleLbl="fgAccFollowNode1" presStyleIdx="1" presStyleCnt="4">
        <dgm:presLayoutVars>
          <dgm:bulletEnabled val="1"/>
        </dgm:presLayoutVars>
      </dgm:prSet>
      <dgm:spPr/>
    </dgm:pt>
    <dgm:pt modelId="{81E44361-1871-CC49-BA9C-6FA0C59D3296}" type="pres">
      <dgm:prSet presAssocID="{9B5BAE97-BA89-460F-BDF5-29E088BFE1A5}" presName="FiveConn_3-4" presStyleLbl="fgAccFollowNode1" presStyleIdx="2" presStyleCnt="4">
        <dgm:presLayoutVars>
          <dgm:bulletEnabled val="1"/>
        </dgm:presLayoutVars>
      </dgm:prSet>
      <dgm:spPr/>
    </dgm:pt>
    <dgm:pt modelId="{E545217B-B30C-A64F-B47D-74F46F1AF52E}" type="pres">
      <dgm:prSet presAssocID="{9B5BAE97-BA89-460F-BDF5-29E088BFE1A5}" presName="FiveConn_4-5" presStyleLbl="fgAccFollowNode1" presStyleIdx="3" presStyleCnt="4">
        <dgm:presLayoutVars>
          <dgm:bulletEnabled val="1"/>
        </dgm:presLayoutVars>
      </dgm:prSet>
      <dgm:spPr/>
    </dgm:pt>
    <dgm:pt modelId="{7566915D-242E-9D46-B4D5-9B50C819F150}" type="pres">
      <dgm:prSet presAssocID="{9B5BAE97-BA89-460F-BDF5-29E088BFE1A5}" presName="FiveNodes_1_text" presStyleLbl="node1" presStyleIdx="4" presStyleCnt="5">
        <dgm:presLayoutVars>
          <dgm:bulletEnabled val="1"/>
        </dgm:presLayoutVars>
      </dgm:prSet>
      <dgm:spPr/>
    </dgm:pt>
    <dgm:pt modelId="{A4716407-9BF0-C34D-A944-25CA8D3F8F5F}" type="pres">
      <dgm:prSet presAssocID="{9B5BAE97-BA89-460F-BDF5-29E088BFE1A5}" presName="FiveNodes_2_text" presStyleLbl="node1" presStyleIdx="4" presStyleCnt="5">
        <dgm:presLayoutVars>
          <dgm:bulletEnabled val="1"/>
        </dgm:presLayoutVars>
      </dgm:prSet>
      <dgm:spPr/>
    </dgm:pt>
    <dgm:pt modelId="{0C9F5FB8-0596-644E-A4A6-A4AFE063595A}" type="pres">
      <dgm:prSet presAssocID="{9B5BAE97-BA89-460F-BDF5-29E088BFE1A5}" presName="FiveNodes_3_text" presStyleLbl="node1" presStyleIdx="4" presStyleCnt="5">
        <dgm:presLayoutVars>
          <dgm:bulletEnabled val="1"/>
        </dgm:presLayoutVars>
      </dgm:prSet>
      <dgm:spPr/>
    </dgm:pt>
    <dgm:pt modelId="{13602E66-2E12-D444-A4FB-E341F4E0637B}" type="pres">
      <dgm:prSet presAssocID="{9B5BAE97-BA89-460F-BDF5-29E088BFE1A5}" presName="FiveNodes_4_text" presStyleLbl="node1" presStyleIdx="4" presStyleCnt="5">
        <dgm:presLayoutVars>
          <dgm:bulletEnabled val="1"/>
        </dgm:presLayoutVars>
      </dgm:prSet>
      <dgm:spPr/>
    </dgm:pt>
    <dgm:pt modelId="{C30D517C-FB59-714C-B669-7FA579FC8C06}" type="pres">
      <dgm:prSet presAssocID="{9B5BAE97-BA89-460F-BDF5-29E088BFE1A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ED8FD10-68E9-1643-9A9D-2631BDFA3FC7}" type="presOf" srcId="{0B2D52D7-B1DC-4A3E-91A5-8541AB86E3F3}" destId="{3B034EA2-F551-1845-88D6-707035D05FF3}" srcOrd="0" destOrd="0" presId="urn:microsoft.com/office/officeart/2005/8/layout/vProcess5"/>
    <dgm:cxn modelId="{E6207716-CE69-4F44-8F36-08F300DAF072}" type="presOf" srcId="{AD1C9A30-45C0-4F68-8A8A-AA55FB3621AF}" destId="{81E44361-1871-CC49-BA9C-6FA0C59D3296}" srcOrd="0" destOrd="0" presId="urn:microsoft.com/office/officeart/2005/8/layout/vProcess5"/>
    <dgm:cxn modelId="{AF7F8F26-8719-40BF-B2D0-F07818554623}" srcId="{9B5BAE97-BA89-460F-BDF5-29E088BFE1A5}" destId="{0B2D52D7-B1DC-4A3E-91A5-8541AB86E3F3}" srcOrd="1" destOrd="0" parTransId="{9F24EF88-9E3A-4400-8AB1-31836B23005E}" sibTransId="{D7C41063-8B24-4E88-A204-3DC204738ED3}"/>
    <dgm:cxn modelId="{0468A528-6038-49C3-BC01-C0F67732D619}" srcId="{9B5BAE97-BA89-460F-BDF5-29E088BFE1A5}" destId="{3E1320C9-4A4F-4011-859A-869E00DAD823}" srcOrd="0" destOrd="0" parTransId="{8DE20BDE-A11A-4B06-AC3F-BFA258DD0DC3}" sibTransId="{92A6111D-7E2B-4652-9F70-C236DCD40C55}"/>
    <dgm:cxn modelId="{99635036-7063-AA44-8097-C3B4CA9D617F}" type="presOf" srcId="{9B5BAE97-BA89-460F-BDF5-29E088BFE1A5}" destId="{7ADCE299-5243-5241-8B53-BCB3BF042F36}" srcOrd="0" destOrd="0" presId="urn:microsoft.com/office/officeart/2005/8/layout/vProcess5"/>
    <dgm:cxn modelId="{0E70A73C-0DAD-4EBA-9DC6-8317CA443921}" srcId="{9B5BAE97-BA89-460F-BDF5-29E088BFE1A5}" destId="{05E1155C-EDEE-42D8-97E7-96F23D095328}" srcOrd="2" destOrd="0" parTransId="{3D431218-6FF4-4CBF-AB89-B0A1CB73B664}" sibTransId="{AD1C9A30-45C0-4F68-8A8A-AA55FB3621AF}"/>
    <dgm:cxn modelId="{78B49342-B2D5-5A41-AF1F-86A28F85267A}" type="presOf" srcId="{96362E11-CD8E-470C-B1D3-217706D9A877}" destId="{13602E66-2E12-D444-A4FB-E341F4E0637B}" srcOrd="1" destOrd="0" presId="urn:microsoft.com/office/officeart/2005/8/layout/vProcess5"/>
    <dgm:cxn modelId="{D8653649-AE0B-4D27-89BF-7DD3CE55F6DC}" srcId="{9B5BAE97-BA89-460F-BDF5-29E088BFE1A5}" destId="{6BC9DB9E-3ACF-48FE-9ECD-1DC7F0445408}" srcOrd="4" destOrd="0" parTransId="{5995C1F5-05FC-4335-BB42-C7392C16B29D}" sibTransId="{D6E58EAA-174A-493F-B393-AAE28E5D65F2}"/>
    <dgm:cxn modelId="{27CDD44F-7D87-224E-8766-05DA39A8428E}" type="presOf" srcId="{6BC9DB9E-3ACF-48FE-9ECD-1DC7F0445408}" destId="{526E8D8F-B0F6-E747-94F5-8FCA7D986696}" srcOrd="0" destOrd="0" presId="urn:microsoft.com/office/officeart/2005/8/layout/vProcess5"/>
    <dgm:cxn modelId="{D19C6162-AEB4-FC4A-8C5A-602D7DABE03A}" type="presOf" srcId="{6BC9DB9E-3ACF-48FE-9ECD-1DC7F0445408}" destId="{C30D517C-FB59-714C-B669-7FA579FC8C06}" srcOrd="1" destOrd="0" presId="urn:microsoft.com/office/officeart/2005/8/layout/vProcess5"/>
    <dgm:cxn modelId="{9D425882-7207-CE41-B81E-E65CC8AF206C}" type="presOf" srcId="{05E1155C-EDEE-42D8-97E7-96F23D095328}" destId="{53F37437-7D66-784D-A6E1-34607659458D}" srcOrd="0" destOrd="0" presId="urn:microsoft.com/office/officeart/2005/8/layout/vProcess5"/>
    <dgm:cxn modelId="{9401B7AF-F872-C248-A5BE-22042FA3C338}" type="presOf" srcId="{3E1320C9-4A4F-4011-859A-869E00DAD823}" destId="{7566915D-242E-9D46-B4D5-9B50C819F150}" srcOrd="1" destOrd="0" presId="urn:microsoft.com/office/officeart/2005/8/layout/vProcess5"/>
    <dgm:cxn modelId="{CCF40FBC-DBB6-B549-80C1-F817BF7DA7D3}" type="presOf" srcId="{D7C41063-8B24-4E88-A204-3DC204738ED3}" destId="{5BC7F9E4-4F20-BC42-9F83-740E10196C9C}" srcOrd="0" destOrd="0" presId="urn:microsoft.com/office/officeart/2005/8/layout/vProcess5"/>
    <dgm:cxn modelId="{3DA591BC-8BD3-467E-A8BC-C40C5F0E13A8}" srcId="{9B5BAE97-BA89-460F-BDF5-29E088BFE1A5}" destId="{96362E11-CD8E-470C-B1D3-217706D9A877}" srcOrd="3" destOrd="0" parTransId="{E9B87D09-5C94-4E8B-AEB4-D6D614122861}" sibTransId="{2531BC43-91BE-48BB-9A23-CF77C10ABAE7}"/>
    <dgm:cxn modelId="{637DF6CD-7F5D-CD49-8837-D8AB83828A2C}" type="presOf" srcId="{2531BC43-91BE-48BB-9A23-CF77C10ABAE7}" destId="{E545217B-B30C-A64F-B47D-74F46F1AF52E}" srcOrd="0" destOrd="0" presId="urn:microsoft.com/office/officeart/2005/8/layout/vProcess5"/>
    <dgm:cxn modelId="{60D0CCCE-5858-2241-932F-369E48F4482B}" type="presOf" srcId="{05E1155C-EDEE-42D8-97E7-96F23D095328}" destId="{0C9F5FB8-0596-644E-A4A6-A4AFE063595A}" srcOrd="1" destOrd="0" presId="urn:microsoft.com/office/officeart/2005/8/layout/vProcess5"/>
    <dgm:cxn modelId="{D9DB89DF-C014-1E4F-AF19-0D4D019C22AA}" type="presOf" srcId="{0B2D52D7-B1DC-4A3E-91A5-8541AB86E3F3}" destId="{A4716407-9BF0-C34D-A944-25CA8D3F8F5F}" srcOrd="1" destOrd="0" presId="urn:microsoft.com/office/officeart/2005/8/layout/vProcess5"/>
    <dgm:cxn modelId="{1D6D96E3-C770-A249-8EC0-88FABA7158AA}" type="presOf" srcId="{96362E11-CD8E-470C-B1D3-217706D9A877}" destId="{10463C7D-3AD5-004E-A835-5CB1966192C9}" srcOrd="0" destOrd="0" presId="urn:microsoft.com/office/officeart/2005/8/layout/vProcess5"/>
    <dgm:cxn modelId="{A12B9CEB-2E9E-0D48-814E-2DD0A58D68C6}" type="presOf" srcId="{92A6111D-7E2B-4652-9F70-C236DCD40C55}" destId="{560AD8CB-3BA0-4B45-900E-37066A9ECAA8}" srcOrd="0" destOrd="0" presId="urn:microsoft.com/office/officeart/2005/8/layout/vProcess5"/>
    <dgm:cxn modelId="{8247FEEB-850F-AF4B-91A6-A1E55B90A249}" type="presOf" srcId="{3E1320C9-4A4F-4011-859A-869E00DAD823}" destId="{D5F0334D-6B94-ED42-99E2-D91AEDA759D4}" srcOrd="0" destOrd="0" presId="urn:microsoft.com/office/officeart/2005/8/layout/vProcess5"/>
    <dgm:cxn modelId="{EAC6A531-607F-E14D-9903-EE7FB1F86E8B}" type="presParOf" srcId="{7ADCE299-5243-5241-8B53-BCB3BF042F36}" destId="{6F852E4D-A17D-4041-93E4-CCFB316403B8}" srcOrd="0" destOrd="0" presId="urn:microsoft.com/office/officeart/2005/8/layout/vProcess5"/>
    <dgm:cxn modelId="{303C2D3E-DE7F-C04D-BB50-7A086342F198}" type="presParOf" srcId="{7ADCE299-5243-5241-8B53-BCB3BF042F36}" destId="{D5F0334D-6B94-ED42-99E2-D91AEDA759D4}" srcOrd="1" destOrd="0" presId="urn:microsoft.com/office/officeart/2005/8/layout/vProcess5"/>
    <dgm:cxn modelId="{7687FC8D-46D1-454B-9EEF-6C556E0F7376}" type="presParOf" srcId="{7ADCE299-5243-5241-8B53-BCB3BF042F36}" destId="{3B034EA2-F551-1845-88D6-707035D05FF3}" srcOrd="2" destOrd="0" presId="urn:microsoft.com/office/officeart/2005/8/layout/vProcess5"/>
    <dgm:cxn modelId="{2B549045-4FB2-4B4A-BFC9-AE12B05650A6}" type="presParOf" srcId="{7ADCE299-5243-5241-8B53-BCB3BF042F36}" destId="{53F37437-7D66-784D-A6E1-34607659458D}" srcOrd="3" destOrd="0" presId="urn:microsoft.com/office/officeart/2005/8/layout/vProcess5"/>
    <dgm:cxn modelId="{DF555690-6C6B-C74E-BBD4-08A99EA50419}" type="presParOf" srcId="{7ADCE299-5243-5241-8B53-BCB3BF042F36}" destId="{10463C7D-3AD5-004E-A835-5CB1966192C9}" srcOrd="4" destOrd="0" presId="urn:microsoft.com/office/officeart/2005/8/layout/vProcess5"/>
    <dgm:cxn modelId="{B7F66DFC-501F-5441-B5ED-F005E3E70091}" type="presParOf" srcId="{7ADCE299-5243-5241-8B53-BCB3BF042F36}" destId="{526E8D8F-B0F6-E747-94F5-8FCA7D986696}" srcOrd="5" destOrd="0" presId="urn:microsoft.com/office/officeart/2005/8/layout/vProcess5"/>
    <dgm:cxn modelId="{A232B96A-4836-7141-B863-49BBAC6168C0}" type="presParOf" srcId="{7ADCE299-5243-5241-8B53-BCB3BF042F36}" destId="{560AD8CB-3BA0-4B45-900E-37066A9ECAA8}" srcOrd="6" destOrd="0" presId="urn:microsoft.com/office/officeart/2005/8/layout/vProcess5"/>
    <dgm:cxn modelId="{C78DF969-E73E-BE42-A9BB-359B8FA5FD3F}" type="presParOf" srcId="{7ADCE299-5243-5241-8B53-BCB3BF042F36}" destId="{5BC7F9E4-4F20-BC42-9F83-740E10196C9C}" srcOrd="7" destOrd="0" presId="urn:microsoft.com/office/officeart/2005/8/layout/vProcess5"/>
    <dgm:cxn modelId="{89DF7DA1-C1BB-4743-A70B-FE60E878FC64}" type="presParOf" srcId="{7ADCE299-5243-5241-8B53-BCB3BF042F36}" destId="{81E44361-1871-CC49-BA9C-6FA0C59D3296}" srcOrd="8" destOrd="0" presId="urn:microsoft.com/office/officeart/2005/8/layout/vProcess5"/>
    <dgm:cxn modelId="{33A029A8-37A4-1C42-A036-7C4F52A6F2F6}" type="presParOf" srcId="{7ADCE299-5243-5241-8B53-BCB3BF042F36}" destId="{E545217B-B30C-A64F-B47D-74F46F1AF52E}" srcOrd="9" destOrd="0" presId="urn:microsoft.com/office/officeart/2005/8/layout/vProcess5"/>
    <dgm:cxn modelId="{3F21B516-0207-F04F-8944-BE9FCE522DEE}" type="presParOf" srcId="{7ADCE299-5243-5241-8B53-BCB3BF042F36}" destId="{7566915D-242E-9D46-B4D5-9B50C819F150}" srcOrd="10" destOrd="0" presId="urn:microsoft.com/office/officeart/2005/8/layout/vProcess5"/>
    <dgm:cxn modelId="{E1A54A9B-43F7-C642-8A03-9EC025B2E2C1}" type="presParOf" srcId="{7ADCE299-5243-5241-8B53-BCB3BF042F36}" destId="{A4716407-9BF0-C34D-A944-25CA8D3F8F5F}" srcOrd="11" destOrd="0" presId="urn:microsoft.com/office/officeart/2005/8/layout/vProcess5"/>
    <dgm:cxn modelId="{67CE0E9E-B54E-1945-A8C8-2DD594E38BBC}" type="presParOf" srcId="{7ADCE299-5243-5241-8B53-BCB3BF042F36}" destId="{0C9F5FB8-0596-644E-A4A6-A4AFE063595A}" srcOrd="12" destOrd="0" presId="urn:microsoft.com/office/officeart/2005/8/layout/vProcess5"/>
    <dgm:cxn modelId="{85CAB5BB-A536-C642-8261-F8914E11B815}" type="presParOf" srcId="{7ADCE299-5243-5241-8B53-BCB3BF042F36}" destId="{13602E66-2E12-D444-A4FB-E341F4E0637B}" srcOrd="13" destOrd="0" presId="urn:microsoft.com/office/officeart/2005/8/layout/vProcess5"/>
    <dgm:cxn modelId="{5FA0D37C-B0B4-D14F-8EA1-33E62483E82E}" type="presParOf" srcId="{7ADCE299-5243-5241-8B53-BCB3BF042F36}" destId="{C30D517C-FB59-714C-B669-7FA579FC8C0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5CA32F-12B8-491B-A607-812D40A1064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E684787-2E92-4A4F-875D-93DAC1A3FD13}">
      <dgm:prSet/>
      <dgm:spPr/>
      <dgm:t>
        <a:bodyPr/>
        <a:lstStyle/>
        <a:p>
          <a:pPr>
            <a:defRPr cap="all"/>
          </a:pPr>
          <a:r>
            <a:rPr lang="en-US" dirty="0"/>
            <a:t>High volume of operational logs and alerts.</a:t>
          </a:r>
        </a:p>
      </dgm:t>
    </dgm:pt>
    <dgm:pt modelId="{A97B315B-F8BB-4643-9EC8-09C62C9E2165}" type="parTrans" cxnId="{499374DA-D801-4704-BF6A-62861E4643F2}">
      <dgm:prSet/>
      <dgm:spPr/>
      <dgm:t>
        <a:bodyPr/>
        <a:lstStyle/>
        <a:p>
          <a:endParaRPr lang="en-US"/>
        </a:p>
      </dgm:t>
    </dgm:pt>
    <dgm:pt modelId="{4D788DD9-6CBC-4476-9A51-C22FDF88A3A2}" type="sibTrans" cxnId="{499374DA-D801-4704-BF6A-62861E4643F2}">
      <dgm:prSet/>
      <dgm:spPr/>
      <dgm:t>
        <a:bodyPr/>
        <a:lstStyle/>
        <a:p>
          <a:endParaRPr lang="en-US"/>
        </a:p>
      </dgm:t>
    </dgm:pt>
    <dgm:pt modelId="{FB60DF72-6825-42E3-AEA1-AA08F3CAE370}">
      <dgm:prSet/>
      <dgm:spPr/>
      <dgm:t>
        <a:bodyPr/>
        <a:lstStyle/>
        <a:p>
          <a:pPr>
            <a:defRPr cap="all"/>
          </a:pPr>
          <a:r>
            <a:rPr lang="en-US" dirty="0"/>
            <a:t>Slow manual analysis and correlation.</a:t>
          </a:r>
        </a:p>
      </dgm:t>
    </dgm:pt>
    <dgm:pt modelId="{E0D043F1-D17F-4DDF-B154-3150161C6741}" type="parTrans" cxnId="{9191268E-CA33-48CE-82CB-FC3E17D6B393}">
      <dgm:prSet/>
      <dgm:spPr/>
      <dgm:t>
        <a:bodyPr/>
        <a:lstStyle/>
        <a:p>
          <a:endParaRPr lang="en-US"/>
        </a:p>
      </dgm:t>
    </dgm:pt>
    <dgm:pt modelId="{E4D7645F-684E-48D9-A1FF-55B66468E851}" type="sibTrans" cxnId="{9191268E-CA33-48CE-82CB-FC3E17D6B393}">
      <dgm:prSet/>
      <dgm:spPr/>
      <dgm:t>
        <a:bodyPr/>
        <a:lstStyle/>
        <a:p>
          <a:endParaRPr lang="en-US"/>
        </a:p>
      </dgm:t>
    </dgm:pt>
    <dgm:pt modelId="{D8353C5D-12C3-4D38-88AE-3B27B32C228A}">
      <dgm:prSet/>
      <dgm:spPr/>
      <dgm:t>
        <a:bodyPr/>
        <a:lstStyle/>
        <a:p>
          <a:pPr>
            <a:defRPr cap="all"/>
          </a:pPr>
          <a:r>
            <a:rPr lang="en-US" dirty="0"/>
            <a:t>Inconsistent remediation steps</a:t>
          </a:r>
        </a:p>
      </dgm:t>
    </dgm:pt>
    <dgm:pt modelId="{0F2227E4-C35D-414D-8460-1A81C238C66B}" type="parTrans" cxnId="{9188D99C-CCF3-438F-B6CC-728B09C82DD3}">
      <dgm:prSet/>
      <dgm:spPr/>
      <dgm:t>
        <a:bodyPr/>
        <a:lstStyle/>
        <a:p>
          <a:endParaRPr lang="en-US"/>
        </a:p>
      </dgm:t>
    </dgm:pt>
    <dgm:pt modelId="{A20540FD-9F48-423D-8C89-B6A180205934}" type="sibTrans" cxnId="{9188D99C-CCF3-438F-B6CC-728B09C82DD3}">
      <dgm:prSet/>
      <dgm:spPr/>
      <dgm:t>
        <a:bodyPr/>
        <a:lstStyle/>
        <a:p>
          <a:endParaRPr lang="en-US"/>
        </a:p>
      </dgm:t>
    </dgm:pt>
    <dgm:pt modelId="{BD43F936-53ED-4B53-9399-B591EA5249BB}">
      <dgm:prSet/>
      <dgm:spPr/>
      <dgm:t>
        <a:bodyPr/>
        <a:lstStyle/>
        <a:p>
          <a:pPr>
            <a:defRPr cap="all"/>
          </a:pPr>
          <a:r>
            <a:rPr lang="en-US" dirty="0"/>
            <a:t>Delayed communication to stakeholders.</a:t>
          </a:r>
        </a:p>
      </dgm:t>
    </dgm:pt>
    <dgm:pt modelId="{F9679A53-DA4A-4514-9979-ADD89CDDCAD6}" type="parTrans" cxnId="{B14F8B64-9A0C-46AC-81AA-A79E1D6F7F0E}">
      <dgm:prSet/>
      <dgm:spPr/>
      <dgm:t>
        <a:bodyPr/>
        <a:lstStyle/>
        <a:p>
          <a:endParaRPr lang="en-US"/>
        </a:p>
      </dgm:t>
    </dgm:pt>
    <dgm:pt modelId="{8F23E29A-D823-4BD0-8899-814A6B273D72}" type="sibTrans" cxnId="{B14F8B64-9A0C-46AC-81AA-A79E1D6F7F0E}">
      <dgm:prSet/>
      <dgm:spPr/>
      <dgm:t>
        <a:bodyPr/>
        <a:lstStyle/>
        <a:p>
          <a:endParaRPr lang="en-US"/>
        </a:p>
      </dgm:t>
    </dgm:pt>
    <dgm:pt modelId="{006370B2-4DEE-494C-BE4B-F84B961654E7}">
      <dgm:prSet/>
      <dgm:spPr/>
      <dgm:t>
        <a:bodyPr/>
        <a:lstStyle/>
        <a:p>
          <a:pPr>
            <a:defRPr cap="all"/>
          </a:pPr>
          <a:r>
            <a:rPr lang="en-US" dirty="0"/>
            <a:t>out of the box solutions</a:t>
          </a:r>
        </a:p>
      </dgm:t>
    </dgm:pt>
    <dgm:pt modelId="{75ED1C9F-5207-6741-B31E-3F243D21C4CB}" type="parTrans" cxnId="{9A63BD24-3C1F-1F42-A935-D842EFF4562A}">
      <dgm:prSet/>
      <dgm:spPr/>
      <dgm:t>
        <a:bodyPr/>
        <a:lstStyle/>
        <a:p>
          <a:endParaRPr lang="en-US"/>
        </a:p>
      </dgm:t>
    </dgm:pt>
    <dgm:pt modelId="{14AD2BA4-814A-BA4F-9043-1E68D3A852D9}" type="sibTrans" cxnId="{9A63BD24-3C1F-1F42-A935-D842EFF4562A}">
      <dgm:prSet/>
      <dgm:spPr/>
      <dgm:t>
        <a:bodyPr/>
        <a:lstStyle/>
        <a:p>
          <a:endParaRPr lang="en-US"/>
        </a:p>
      </dgm:t>
    </dgm:pt>
    <dgm:pt modelId="{A32B84EB-8869-4469-9F29-95EDA5563F62}" type="pres">
      <dgm:prSet presAssocID="{965CA32F-12B8-491B-A607-812D40A1064E}" presName="root" presStyleCnt="0">
        <dgm:presLayoutVars>
          <dgm:dir/>
          <dgm:resizeHandles val="exact"/>
        </dgm:presLayoutVars>
      </dgm:prSet>
      <dgm:spPr/>
    </dgm:pt>
    <dgm:pt modelId="{295FA030-1151-4F7C-93B5-1E5C9D2C32F2}" type="pres">
      <dgm:prSet presAssocID="{BE684787-2E92-4A4F-875D-93DAC1A3FD13}" presName="compNode" presStyleCnt="0"/>
      <dgm:spPr/>
    </dgm:pt>
    <dgm:pt modelId="{CEA5E64C-63A5-4AE7-A295-AAD1CCCE4EC2}" type="pres">
      <dgm:prSet presAssocID="{BE684787-2E92-4A4F-875D-93DAC1A3FD13}" presName="iconBgRect" presStyleLbl="bgShp" presStyleIdx="0" presStyleCnt="5"/>
      <dgm:spPr/>
    </dgm:pt>
    <dgm:pt modelId="{8652E7CA-3083-4FBF-83BD-5CAA1BA68603}" type="pres">
      <dgm:prSet presAssocID="{BE684787-2E92-4A4F-875D-93DAC1A3FD1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C20B2765-DE57-4896-B536-310A29CA5B7F}" type="pres">
      <dgm:prSet presAssocID="{BE684787-2E92-4A4F-875D-93DAC1A3FD13}" presName="spaceRect" presStyleCnt="0"/>
      <dgm:spPr/>
    </dgm:pt>
    <dgm:pt modelId="{52C74B07-E786-48EC-9A5A-C2283D86E513}" type="pres">
      <dgm:prSet presAssocID="{BE684787-2E92-4A4F-875D-93DAC1A3FD13}" presName="textRect" presStyleLbl="revTx" presStyleIdx="0" presStyleCnt="5">
        <dgm:presLayoutVars>
          <dgm:chMax val="1"/>
          <dgm:chPref val="1"/>
        </dgm:presLayoutVars>
      </dgm:prSet>
      <dgm:spPr/>
    </dgm:pt>
    <dgm:pt modelId="{A781C773-2AAD-442E-9CA8-16AA00C1B458}" type="pres">
      <dgm:prSet presAssocID="{4D788DD9-6CBC-4476-9A51-C22FDF88A3A2}" presName="sibTrans" presStyleCnt="0"/>
      <dgm:spPr/>
    </dgm:pt>
    <dgm:pt modelId="{09F5605A-05D1-43C7-AD50-D2DE17CF2B6A}" type="pres">
      <dgm:prSet presAssocID="{FB60DF72-6825-42E3-AEA1-AA08F3CAE370}" presName="compNode" presStyleCnt="0"/>
      <dgm:spPr/>
    </dgm:pt>
    <dgm:pt modelId="{02654C3F-C8E6-4C19-B19C-60232991A45A}" type="pres">
      <dgm:prSet presAssocID="{FB60DF72-6825-42E3-AEA1-AA08F3CAE370}" presName="iconBgRect" presStyleLbl="bgShp" presStyleIdx="1" presStyleCnt="5"/>
      <dgm:spPr/>
    </dgm:pt>
    <dgm:pt modelId="{FF00E1C3-5084-4231-A08C-6661343F216C}" type="pres">
      <dgm:prSet presAssocID="{FB60DF72-6825-42E3-AEA1-AA08F3CAE37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6B9B8965-FF75-467D-BBD7-70E2D7988234}" type="pres">
      <dgm:prSet presAssocID="{FB60DF72-6825-42E3-AEA1-AA08F3CAE370}" presName="spaceRect" presStyleCnt="0"/>
      <dgm:spPr/>
    </dgm:pt>
    <dgm:pt modelId="{652F5B1F-0829-47A8-BF22-BB0FF0787FD6}" type="pres">
      <dgm:prSet presAssocID="{FB60DF72-6825-42E3-AEA1-AA08F3CAE370}" presName="textRect" presStyleLbl="revTx" presStyleIdx="1" presStyleCnt="5">
        <dgm:presLayoutVars>
          <dgm:chMax val="1"/>
          <dgm:chPref val="1"/>
        </dgm:presLayoutVars>
      </dgm:prSet>
      <dgm:spPr/>
    </dgm:pt>
    <dgm:pt modelId="{4C7E5151-044F-4496-87BE-4B4BC2818A50}" type="pres">
      <dgm:prSet presAssocID="{E4D7645F-684E-48D9-A1FF-55B66468E851}" presName="sibTrans" presStyleCnt="0"/>
      <dgm:spPr/>
    </dgm:pt>
    <dgm:pt modelId="{CD056368-B73A-4A82-ADB9-1D8517FDEDFE}" type="pres">
      <dgm:prSet presAssocID="{D8353C5D-12C3-4D38-88AE-3B27B32C228A}" presName="compNode" presStyleCnt="0"/>
      <dgm:spPr/>
    </dgm:pt>
    <dgm:pt modelId="{A6FAB5B2-065D-458C-88E8-E0DCEDD5106C}" type="pres">
      <dgm:prSet presAssocID="{D8353C5D-12C3-4D38-88AE-3B27B32C228A}" presName="iconBgRect" presStyleLbl="bgShp" presStyleIdx="2" presStyleCnt="5"/>
      <dgm:spPr/>
    </dgm:pt>
    <dgm:pt modelId="{D36F3295-A49A-49CB-886E-7F77DA652EE1}" type="pres">
      <dgm:prSet presAssocID="{D8353C5D-12C3-4D38-88AE-3B27B32C228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0C280698-597E-4571-A2CA-6DEB52D42810}" type="pres">
      <dgm:prSet presAssocID="{D8353C5D-12C3-4D38-88AE-3B27B32C228A}" presName="spaceRect" presStyleCnt="0"/>
      <dgm:spPr/>
    </dgm:pt>
    <dgm:pt modelId="{0662AB1F-DADD-40DC-BA9E-EF49581AD1F2}" type="pres">
      <dgm:prSet presAssocID="{D8353C5D-12C3-4D38-88AE-3B27B32C228A}" presName="textRect" presStyleLbl="revTx" presStyleIdx="2" presStyleCnt="5">
        <dgm:presLayoutVars>
          <dgm:chMax val="1"/>
          <dgm:chPref val="1"/>
        </dgm:presLayoutVars>
      </dgm:prSet>
      <dgm:spPr/>
    </dgm:pt>
    <dgm:pt modelId="{F748726E-F8C9-40DE-B7B0-163A0386A267}" type="pres">
      <dgm:prSet presAssocID="{A20540FD-9F48-423D-8C89-B6A180205934}" presName="sibTrans" presStyleCnt="0"/>
      <dgm:spPr/>
    </dgm:pt>
    <dgm:pt modelId="{ACD3A3CD-3E7D-48BD-BE16-AA0CDEF9381D}" type="pres">
      <dgm:prSet presAssocID="{BD43F936-53ED-4B53-9399-B591EA5249BB}" presName="compNode" presStyleCnt="0"/>
      <dgm:spPr/>
    </dgm:pt>
    <dgm:pt modelId="{368C343F-E407-41A1-9A16-72AFDBF9D136}" type="pres">
      <dgm:prSet presAssocID="{BD43F936-53ED-4B53-9399-B591EA5249BB}" presName="iconBgRect" presStyleLbl="bgShp" presStyleIdx="3" presStyleCnt="5"/>
      <dgm:spPr/>
    </dgm:pt>
    <dgm:pt modelId="{2C73AC21-A9A3-4041-A646-63E6BB9A7149}" type="pres">
      <dgm:prSet presAssocID="{BD43F936-53ED-4B53-9399-B591EA5249B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02775C3-F1C2-4036-AA64-29500FB71639}" type="pres">
      <dgm:prSet presAssocID="{BD43F936-53ED-4B53-9399-B591EA5249BB}" presName="spaceRect" presStyleCnt="0"/>
      <dgm:spPr/>
    </dgm:pt>
    <dgm:pt modelId="{CBDFA02A-FD52-4773-9829-AC8D2B9706F9}" type="pres">
      <dgm:prSet presAssocID="{BD43F936-53ED-4B53-9399-B591EA5249BB}" presName="textRect" presStyleLbl="revTx" presStyleIdx="3" presStyleCnt="5">
        <dgm:presLayoutVars>
          <dgm:chMax val="1"/>
          <dgm:chPref val="1"/>
        </dgm:presLayoutVars>
      </dgm:prSet>
      <dgm:spPr/>
    </dgm:pt>
    <dgm:pt modelId="{628273AC-25D0-7740-8FDA-F4287D7CF9D6}" type="pres">
      <dgm:prSet presAssocID="{8F23E29A-D823-4BD0-8899-814A6B273D72}" presName="sibTrans" presStyleCnt="0"/>
      <dgm:spPr/>
    </dgm:pt>
    <dgm:pt modelId="{3E63B074-F2F6-794E-9D25-DCD48980F705}" type="pres">
      <dgm:prSet presAssocID="{006370B2-4DEE-494C-BE4B-F84B961654E7}" presName="compNode" presStyleCnt="0"/>
      <dgm:spPr/>
    </dgm:pt>
    <dgm:pt modelId="{05B50F10-F5E3-3C4B-9E67-364FDA971AD8}" type="pres">
      <dgm:prSet presAssocID="{006370B2-4DEE-494C-BE4B-F84B961654E7}" presName="iconBgRect" presStyleLbl="bgShp" presStyleIdx="4" presStyleCnt="5"/>
      <dgm:spPr/>
    </dgm:pt>
    <dgm:pt modelId="{95FA735B-103E-DF42-A79A-6DBAF6CA6C29}" type="pres">
      <dgm:prSet presAssocID="{006370B2-4DEE-494C-BE4B-F84B961654E7}" presName="iconRect" presStyleLbl="node1" presStyleIdx="4" presStyleCnt="5"/>
      <dgm:spPr>
        <a:blipFill>
          <a:blip xmlns:r="http://schemas.openxmlformats.org/officeDocument/2006/relationships" r:embed="rId9"/>
          <a:srcRect/>
          <a:stretch>
            <a:fillRect l="-39000" r="-39000"/>
          </a:stretch>
        </a:blipFill>
        <a:ln>
          <a:noFill/>
        </a:ln>
      </dgm:spPr>
    </dgm:pt>
    <dgm:pt modelId="{A119C262-8478-9143-83E8-652F4652B238}" type="pres">
      <dgm:prSet presAssocID="{006370B2-4DEE-494C-BE4B-F84B961654E7}" presName="spaceRect" presStyleCnt="0"/>
      <dgm:spPr/>
    </dgm:pt>
    <dgm:pt modelId="{471740D3-2DC7-F949-885C-608F0B369D67}" type="pres">
      <dgm:prSet presAssocID="{006370B2-4DEE-494C-BE4B-F84B961654E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202AE04-63DB-9A40-8ABF-ECDF538EB7E9}" type="presOf" srcId="{D8353C5D-12C3-4D38-88AE-3B27B32C228A}" destId="{0662AB1F-DADD-40DC-BA9E-EF49581AD1F2}" srcOrd="0" destOrd="0" presId="urn:microsoft.com/office/officeart/2018/5/layout/IconCircleLabelList"/>
    <dgm:cxn modelId="{C676F209-AFD0-0C40-A7F2-294BE9DA9FC7}" type="presOf" srcId="{006370B2-4DEE-494C-BE4B-F84B961654E7}" destId="{471740D3-2DC7-F949-885C-608F0B369D67}" srcOrd="0" destOrd="0" presId="urn:microsoft.com/office/officeart/2018/5/layout/IconCircleLabelList"/>
    <dgm:cxn modelId="{95B7F011-9E8E-3F4B-9ECE-8BF853CDFB02}" type="presOf" srcId="{BD43F936-53ED-4B53-9399-B591EA5249BB}" destId="{CBDFA02A-FD52-4773-9829-AC8D2B9706F9}" srcOrd="0" destOrd="0" presId="urn:microsoft.com/office/officeart/2018/5/layout/IconCircleLabelList"/>
    <dgm:cxn modelId="{A1981E1A-9993-FC4A-918E-3A7F6D60D49D}" type="presOf" srcId="{FB60DF72-6825-42E3-AEA1-AA08F3CAE370}" destId="{652F5B1F-0829-47A8-BF22-BB0FF0787FD6}" srcOrd="0" destOrd="0" presId="urn:microsoft.com/office/officeart/2018/5/layout/IconCircleLabelList"/>
    <dgm:cxn modelId="{9A63BD24-3C1F-1F42-A935-D842EFF4562A}" srcId="{965CA32F-12B8-491B-A607-812D40A1064E}" destId="{006370B2-4DEE-494C-BE4B-F84B961654E7}" srcOrd="4" destOrd="0" parTransId="{75ED1C9F-5207-6741-B31E-3F243D21C4CB}" sibTransId="{14AD2BA4-814A-BA4F-9043-1E68D3A852D9}"/>
    <dgm:cxn modelId="{85BD6C61-D8B1-DA4C-8CB1-BC79B5A89737}" type="presOf" srcId="{965CA32F-12B8-491B-A607-812D40A1064E}" destId="{A32B84EB-8869-4469-9F29-95EDA5563F62}" srcOrd="0" destOrd="0" presId="urn:microsoft.com/office/officeart/2018/5/layout/IconCircleLabelList"/>
    <dgm:cxn modelId="{B14F8B64-9A0C-46AC-81AA-A79E1D6F7F0E}" srcId="{965CA32F-12B8-491B-A607-812D40A1064E}" destId="{BD43F936-53ED-4B53-9399-B591EA5249BB}" srcOrd="3" destOrd="0" parTransId="{F9679A53-DA4A-4514-9979-ADD89CDDCAD6}" sibTransId="{8F23E29A-D823-4BD0-8899-814A6B273D72}"/>
    <dgm:cxn modelId="{3F13B870-6EB3-F24A-86D8-3704213EEC98}" type="presOf" srcId="{BE684787-2E92-4A4F-875D-93DAC1A3FD13}" destId="{52C74B07-E786-48EC-9A5A-C2283D86E513}" srcOrd="0" destOrd="0" presId="urn:microsoft.com/office/officeart/2018/5/layout/IconCircleLabelList"/>
    <dgm:cxn modelId="{9191268E-CA33-48CE-82CB-FC3E17D6B393}" srcId="{965CA32F-12B8-491B-A607-812D40A1064E}" destId="{FB60DF72-6825-42E3-AEA1-AA08F3CAE370}" srcOrd="1" destOrd="0" parTransId="{E0D043F1-D17F-4DDF-B154-3150161C6741}" sibTransId="{E4D7645F-684E-48D9-A1FF-55B66468E851}"/>
    <dgm:cxn modelId="{9188D99C-CCF3-438F-B6CC-728B09C82DD3}" srcId="{965CA32F-12B8-491B-A607-812D40A1064E}" destId="{D8353C5D-12C3-4D38-88AE-3B27B32C228A}" srcOrd="2" destOrd="0" parTransId="{0F2227E4-C35D-414D-8460-1A81C238C66B}" sibTransId="{A20540FD-9F48-423D-8C89-B6A180205934}"/>
    <dgm:cxn modelId="{499374DA-D801-4704-BF6A-62861E4643F2}" srcId="{965CA32F-12B8-491B-A607-812D40A1064E}" destId="{BE684787-2E92-4A4F-875D-93DAC1A3FD13}" srcOrd="0" destOrd="0" parTransId="{A97B315B-F8BB-4643-9EC8-09C62C9E2165}" sibTransId="{4D788DD9-6CBC-4476-9A51-C22FDF88A3A2}"/>
    <dgm:cxn modelId="{554771D5-B841-A441-89F5-8B88D57D7BB9}" type="presParOf" srcId="{A32B84EB-8869-4469-9F29-95EDA5563F62}" destId="{295FA030-1151-4F7C-93B5-1E5C9D2C32F2}" srcOrd="0" destOrd="0" presId="urn:microsoft.com/office/officeart/2018/5/layout/IconCircleLabelList"/>
    <dgm:cxn modelId="{D5262C88-C242-0F47-ACAA-3CC4C6EA7BAF}" type="presParOf" srcId="{295FA030-1151-4F7C-93B5-1E5C9D2C32F2}" destId="{CEA5E64C-63A5-4AE7-A295-AAD1CCCE4EC2}" srcOrd="0" destOrd="0" presId="urn:microsoft.com/office/officeart/2018/5/layout/IconCircleLabelList"/>
    <dgm:cxn modelId="{03536CD9-8DE5-E949-9065-9C4D2ABA7CAF}" type="presParOf" srcId="{295FA030-1151-4F7C-93B5-1E5C9D2C32F2}" destId="{8652E7CA-3083-4FBF-83BD-5CAA1BA68603}" srcOrd="1" destOrd="0" presId="urn:microsoft.com/office/officeart/2018/5/layout/IconCircleLabelList"/>
    <dgm:cxn modelId="{CDD8D0AA-931B-A849-9717-4A0F7C1F9AD5}" type="presParOf" srcId="{295FA030-1151-4F7C-93B5-1E5C9D2C32F2}" destId="{C20B2765-DE57-4896-B536-310A29CA5B7F}" srcOrd="2" destOrd="0" presId="urn:microsoft.com/office/officeart/2018/5/layout/IconCircleLabelList"/>
    <dgm:cxn modelId="{8844E8D3-510B-D64A-A42D-AD6FB15EA808}" type="presParOf" srcId="{295FA030-1151-4F7C-93B5-1E5C9D2C32F2}" destId="{52C74B07-E786-48EC-9A5A-C2283D86E513}" srcOrd="3" destOrd="0" presId="urn:microsoft.com/office/officeart/2018/5/layout/IconCircleLabelList"/>
    <dgm:cxn modelId="{55892E02-FBBB-4F48-85EA-3E886D43BBFF}" type="presParOf" srcId="{A32B84EB-8869-4469-9F29-95EDA5563F62}" destId="{A781C773-2AAD-442E-9CA8-16AA00C1B458}" srcOrd="1" destOrd="0" presId="urn:microsoft.com/office/officeart/2018/5/layout/IconCircleLabelList"/>
    <dgm:cxn modelId="{747271EC-2A15-0942-A729-0F1F125C65B4}" type="presParOf" srcId="{A32B84EB-8869-4469-9F29-95EDA5563F62}" destId="{09F5605A-05D1-43C7-AD50-D2DE17CF2B6A}" srcOrd="2" destOrd="0" presId="urn:microsoft.com/office/officeart/2018/5/layout/IconCircleLabelList"/>
    <dgm:cxn modelId="{D6DA0300-1D03-7042-97D3-E2F44A46B789}" type="presParOf" srcId="{09F5605A-05D1-43C7-AD50-D2DE17CF2B6A}" destId="{02654C3F-C8E6-4C19-B19C-60232991A45A}" srcOrd="0" destOrd="0" presId="urn:microsoft.com/office/officeart/2018/5/layout/IconCircleLabelList"/>
    <dgm:cxn modelId="{6C2667A6-AABB-8A4A-AF62-9736A1A6447E}" type="presParOf" srcId="{09F5605A-05D1-43C7-AD50-D2DE17CF2B6A}" destId="{FF00E1C3-5084-4231-A08C-6661343F216C}" srcOrd="1" destOrd="0" presId="urn:microsoft.com/office/officeart/2018/5/layout/IconCircleLabelList"/>
    <dgm:cxn modelId="{7E7D131E-9464-5144-AD15-F73D927678D2}" type="presParOf" srcId="{09F5605A-05D1-43C7-AD50-D2DE17CF2B6A}" destId="{6B9B8965-FF75-467D-BBD7-70E2D7988234}" srcOrd="2" destOrd="0" presId="urn:microsoft.com/office/officeart/2018/5/layout/IconCircleLabelList"/>
    <dgm:cxn modelId="{CBC3BD11-FEA6-EB44-BC3A-151C9F66395F}" type="presParOf" srcId="{09F5605A-05D1-43C7-AD50-D2DE17CF2B6A}" destId="{652F5B1F-0829-47A8-BF22-BB0FF0787FD6}" srcOrd="3" destOrd="0" presId="urn:microsoft.com/office/officeart/2018/5/layout/IconCircleLabelList"/>
    <dgm:cxn modelId="{202A83F8-AF04-4A4C-8FAB-8E19D29030CE}" type="presParOf" srcId="{A32B84EB-8869-4469-9F29-95EDA5563F62}" destId="{4C7E5151-044F-4496-87BE-4B4BC2818A50}" srcOrd="3" destOrd="0" presId="urn:microsoft.com/office/officeart/2018/5/layout/IconCircleLabelList"/>
    <dgm:cxn modelId="{DD6A0D55-2AE2-5F4F-AC3D-56F0E5E4ACC2}" type="presParOf" srcId="{A32B84EB-8869-4469-9F29-95EDA5563F62}" destId="{CD056368-B73A-4A82-ADB9-1D8517FDEDFE}" srcOrd="4" destOrd="0" presId="urn:microsoft.com/office/officeart/2018/5/layout/IconCircleLabelList"/>
    <dgm:cxn modelId="{493C1EDE-6F85-9E43-B9A6-EC7261230007}" type="presParOf" srcId="{CD056368-B73A-4A82-ADB9-1D8517FDEDFE}" destId="{A6FAB5B2-065D-458C-88E8-E0DCEDD5106C}" srcOrd="0" destOrd="0" presId="urn:microsoft.com/office/officeart/2018/5/layout/IconCircleLabelList"/>
    <dgm:cxn modelId="{74713656-AD0B-A14A-B24F-C7F77D8CC9EB}" type="presParOf" srcId="{CD056368-B73A-4A82-ADB9-1D8517FDEDFE}" destId="{D36F3295-A49A-49CB-886E-7F77DA652EE1}" srcOrd="1" destOrd="0" presId="urn:microsoft.com/office/officeart/2018/5/layout/IconCircleLabelList"/>
    <dgm:cxn modelId="{12AF7D46-0672-0E4D-8EBF-4FDBEE6AF1C8}" type="presParOf" srcId="{CD056368-B73A-4A82-ADB9-1D8517FDEDFE}" destId="{0C280698-597E-4571-A2CA-6DEB52D42810}" srcOrd="2" destOrd="0" presId="urn:microsoft.com/office/officeart/2018/5/layout/IconCircleLabelList"/>
    <dgm:cxn modelId="{9D839680-905C-034D-A89B-537D29D59D0A}" type="presParOf" srcId="{CD056368-B73A-4A82-ADB9-1D8517FDEDFE}" destId="{0662AB1F-DADD-40DC-BA9E-EF49581AD1F2}" srcOrd="3" destOrd="0" presId="urn:microsoft.com/office/officeart/2018/5/layout/IconCircleLabelList"/>
    <dgm:cxn modelId="{0E87BACE-8037-EB4D-B221-36C4343B8AA7}" type="presParOf" srcId="{A32B84EB-8869-4469-9F29-95EDA5563F62}" destId="{F748726E-F8C9-40DE-B7B0-163A0386A267}" srcOrd="5" destOrd="0" presId="urn:microsoft.com/office/officeart/2018/5/layout/IconCircleLabelList"/>
    <dgm:cxn modelId="{C2380697-83D8-264F-A6D5-45CF2EA90357}" type="presParOf" srcId="{A32B84EB-8869-4469-9F29-95EDA5563F62}" destId="{ACD3A3CD-3E7D-48BD-BE16-AA0CDEF9381D}" srcOrd="6" destOrd="0" presId="urn:microsoft.com/office/officeart/2018/5/layout/IconCircleLabelList"/>
    <dgm:cxn modelId="{2D48C2BC-C2FD-E44F-8872-F1BA4895874F}" type="presParOf" srcId="{ACD3A3CD-3E7D-48BD-BE16-AA0CDEF9381D}" destId="{368C343F-E407-41A1-9A16-72AFDBF9D136}" srcOrd="0" destOrd="0" presId="urn:microsoft.com/office/officeart/2018/5/layout/IconCircleLabelList"/>
    <dgm:cxn modelId="{8241723A-5B83-CA4F-9762-A56A0FC529AD}" type="presParOf" srcId="{ACD3A3CD-3E7D-48BD-BE16-AA0CDEF9381D}" destId="{2C73AC21-A9A3-4041-A646-63E6BB9A7149}" srcOrd="1" destOrd="0" presId="urn:microsoft.com/office/officeart/2018/5/layout/IconCircleLabelList"/>
    <dgm:cxn modelId="{06A4CA2D-8B49-EA41-9F7C-B355EF09B486}" type="presParOf" srcId="{ACD3A3CD-3E7D-48BD-BE16-AA0CDEF9381D}" destId="{502775C3-F1C2-4036-AA64-29500FB71639}" srcOrd="2" destOrd="0" presId="urn:microsoft.com/office/officeart/2018/5/layout/IconCircleLabelList"/>
    <dgm:cxn modelId="{F89CCD5B-2A22-AC49-A4AF-79903217574E}" type="presParOf" srcId="{ACD3A3CD-3E7D-48BD-BE16-AA0CDEF9381D}" destId="{CBDFA02A-FD52-4773-9829-AC8D2B9706F9}" srcOrd="3" destOrd="0" presId="urn:microsoft.com/office/officeart/2018/5/layout/IconCircleLabelList"/>
    <dgm:cxn modelId="{73113248-2553-4C48-B067-89ED3CCB5C51}" type="presParOf" srcId="{A32B84EB-8869-4469-9F29-95EDA5563F62}" destId="{628273AC-25D0-7740-8FDA-F4287D7CF9D6}" srcOrd="7" destOrd="0" presId="urn:microsoft.com/office/officeart/2018/5/layout/IconCircleLabelList"/>
    <dgm:cxn modelId="{2EA1144E-F610-534B-B461-2DE77E93B9E7}" type="presParOf" srcId="{A32B84EB-8869-4469-9F29-95EDA5563F62}" destId="{3E63B074-F2F6-794E-9D25-DCD48980F705}" srcOrd="8" destOrd="0" presId="urn:microsoft.com/office/officeart/2018/5/layout/IconCircleLabelList"/>
    <dgm:cxn modelId="{11B2005F-8147-B342-A3B4-81587B8BF719}" type="presParOf" srcId="{3E63B074-F2F6-794E-9D25-DCD48980F705}" destId="{05B50F10-F5E3-3C4B-9E67-364FDA971AD8}" srcOrd="0" destOrd="0" presId="urn:microsoft.com/office/officeart/2018/5/layout/IconCircleLabelList"/>
    <dgm:cxn modelId="{20CC0E93-6ECA-9C43-8289-C014B84719CA}" type="presParOf" srcId="{3E63B074-F2F6-794E-9D25-DCD48980F705}" destId="{95FA735B-103E-DF42-A79A-6DBAF6CA6C29}" srcOrd="1" destOrd="0" presId="urn:microsoft.com/office/officeart/2018/5/layout/IconCircleLabelList"/>
    <dgm:cxn modelId="{6C7F697C-B98A-664E-B491-BEB0AF148758}" type="presParOf" srcId="{3E63B074-F2F6-794E-9D25-DCD48980F705}" destId="{A119C262-8478-9143-83E8-652F4652B238}" srcOrd="2" destOrd="0" presId="urn:microsoft.com/office/officeart/2018/5/layout/IconCircleLabelList"/>
    <dgm:cxn modelId="{5032C4B6-5C41-C249-8460-69358A949E7D}" type="presParOf" srcId="{3E63B074-F2F6-794E-9D25-DCD48980F705}" destId="{471740D3-2DC7-F949-885C-608F0B369D6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FAC1D1-E254-4BA1-AA2A-299C17FBD07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0CD40A-4A8D-4C18-8F8F-827CEFC8D93D}">
      <dgm:prSet/>
      <dgm:spPr/>
      <dgm:t>
        <a:bodyPr/>
        <a:lstStyle/>
        <a:p>
          <a:r>
            <a:rPr lang="en-US"/>
            <a:t>AI-Driven Incident Analysis Application.</a:t>
          </a:r>
        </a:p>
      </dgm:t>
    </dgm:pt>
    <dgm:pt modelId="{29234F2F-1CA3-4982-8A1F-1E3ADDA7839A}" type="parTrans" cxnId="{0F6BDC5C-B341-4F40-AD03-43ACE2EDE64A}">
      <dgm:prSet/>
      <dgm:spPr/>
      <dgm:t>
        <a:bodyPr/>
        <a:lstStyle/>
        <a:p>
          <a:endParaRPr lang="en-US"/>
        </a:p>
      </dgm:t>
    </dgm:pt>
    <dgm:pt modelId="{36CF8C39-30E6-4620-A31A-1C4B9E3E513C}" type="sibTrans" cxnId="{0F6BDC5C-B341-4F40-AD03-43ACE2EDE64A}">
      <dgm:prSet/>
      <dgm:spPr/>
      <dgm:t>
        <a:bodyPr/>
        <a:lstStyle/>
        <a:p>
          <a:endParaRPr lang="en-US"/>
        </a:p>
      </dgm:t>
    </dgm:pt>
    <dgm:pt modelId="{783272E7-CDDA-4C8F-ACD6-00577C34266C}">
      <dgm:prSet/>
      <dgm:spPr/>
      <dgm:t>
        <a:bodyPr/>
        <a:lstStyle/>
        <a:p>
          <a:r>
            <a:rPr lang="en-US"/>
            <a:t>Multi-Agent System for specialized tasks (Analysis, Research, Fix).</a:t>
          </a:r>
        </a:p>
      </dgm:t>
    </dgm:pt>
    <dgm:pt modelId="{FDA5C20C-697B-468F-AA25-6FAA939B25EA}" type="parTrans" cxnId="{0A66C941-439F-40C1-846B-D61C82F88CF8}">
      <dgm:prSet/>
      <dgm:spPr/>
      <dgm:t>
        <a:bodyPr/>
        <a:lstStyle/>
        <a:p>
          <a:endParaRPr lang="en-US"/>
        </a:p>
      </dgm:t>
    </dgm:pt>
    <dgm:pt modelId="{EA20AC9E-8C2F-42A2-8232-47EEEB2BDC62}" type="sibTrans" cxnId="{0A66C941-439F-40C1-846B-D61C82F88CF8}">
      <dgm:prSet/>
      <dgm:spPr/>
      <dgm:t>
        <a:bodyPr/>
        <a:lstStyle/>
        <a:p>
          <a:endParaRPr lang="en-US"/>
        </a:p>
      </dgm:t>
    </dgm:pt>
    <dgm:pt modelId="{E0E1A8F4-D402-41B0-8F54-F3400A982CA5}">
      <dgm:prSet/>
      <dgm:spPr/>
      <dgm:t>
        <a:bodyPr/>
        <a:lstStyle/>
        <a:p>
          <a:r>
            <a:rPr lang="en-US"/>
            <a:t>Integration with existing tools (JIRA, Slack).</a:t>
          </a:r>
        </a:p>
      </dgm:t>
    </dgm:pt>
    <dgm:pt modelId="{8F8E9784-F1C9-4159-B263-D8FCBE1E7D23}" type="parTrans" cxnId="{17CC62CD-D888-4C88-9256-1B05213D4967}">
      <dgm:prSet/>
      <dgm:spPr/>
      <dgm:t>
        <a:bodyPr/>
        <a:lstStyle/>
        <a:p>
          <a:endParaRPr lang="en-US"/>
        </a:p>
      </dgm:t>
    </dgm:pt>
    <dgm:pt modelId="{614E63F3-BF5C-405E-ABB5-F7DC359047AB}" type="sibTrans" cxnId="{17CC62CD-D888-4C88-9256-1B05213D4967}">
      <dgm:prSet/>
      <dgm:spPr/>
      <dgm:t>
        <a:bodyPr/>
        <a:lstStyle/>
        <a:p>
          <a:endParaRPr lang="en-US"/>
        </a:p>
      </dgm:t>
    </dgm:pt>
    <dgm:pt modelId="{1A3F5B38-BDA3-406D-8CA6-59723AD02027}">
      <dgm:prSet/>
      <dgm:spPr/>
      <dgm:t>
        <a:bodyPr/>
        <a:lstStyle/>
        <a:p>
          <a:r>
            <a:rPr lang="en-US"/>
            <a:t>RAG-powered Context from Internal Cookbooks.</a:t>
          </a:r>
        </a:p>
      </dgm:t>
    </dgm:pt>
    <dgm:pt modelId="{27839FF3-1F90-4813-ACB7-F8C5EB04F8FB}" type="parTrans" cxnId="{60790D34-8933-4ED1-A966-36A14B8CDED6}">
      <dgm:prSet/>
      <dgm:spPr/>
      <dgm:t>
        <a:bodyPr/>
        <a:lstStyle/>
        <a:p>
          <a:endParaRPr lang="en-US"/>
        </a:p>
      </dgm:t>
    </dgm:pt>
    <dgm:pt modelId="{BE9ACDBA-E94C-4E4C-91AA-6B7D554B624E}" type="sibTrans" cxnId="{60790D34-8933-4ED1-A966-36A14B8CDED6}">
      <dgm:prSet/>
      <dgm:spPr/>
      <dgm:t>
        <a:bodyPr/>
        <a:lstStyle/>
        <a:p>
          <a:endParaRPr lang="en-US"/>
        </a:p>
      </dgm:t>
    </dgm:pt>
    <dgm:pt modelId="{CA7781F0-4F0F-2A47-8D59-4A302977C612}" type="pres">
      <dgm:prSet presAssocID="{32FAC1D1-E254-4BA1-AA2A-299C17FBD074}" presName="linear" presStyleCnt="0">
        <dgm:presLayoutVars>
          <dgm:animLvl val="lvl"/>
          <dgm:resizeHandles val="exact"/>
        </dgm:presLayoutVars>
      </dgm:prSet>
      <dgm:spPr/>
    </dgm:pt>
    <dgm:pt modelId="{300B9997-CC06-F545-A422-B64A4D6412CA}" type="pres">
      <dgm:prSet presAssocID="{C10CD40A-4A8D-4C18-8F8F-827CEFC8D9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80E8B15-3334-934B-B32F-FB930BC77611}" type="pres">
      <dgm:prSet presAssocID="{36CF8C39-30E6-4620-A31A-1C4B9E3E513C}" presName="spacer" presStyleCnt="0"/>
      <dgm:spPr/>
    </dgm:pt>
    <dgm:pt modelId="{2C342C00-7B43-4045-8CFA-1B688B2C846C}" type="pres">
      <dgm:prSet presAssocID="{783272E7-CDDA-4C8F-ACD6-00577C34266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FC6E6A8-2038-1940-8C2F-6C2CF71E105B}" type="pres">
      <dgm:prSet presAssocID="{EA20AC9E-8C2F-42A2-8232-47EEEB2BDC62}" presName="spacer" presStyleCnt="0"/>
      <dgm:spPr/>
    </dgm:pt>
    <dgm:pt modelId="{1048291C-3BD5-8B4F-9708-A73F6141A558}" type="pres">
      <dgm:prSet presAssocID="{E0E1A8F4-D402-41B0-8F54-F3400A982CA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FA2BE1-371D-364D-A898-16A43249F790}" type="pres">
      <dgm:prSet presAssocID="{614E63F3-BF5C-405E-ABB5-F7DC359047AB}" presName="spacer" presStyleCnt="0"/>
      <dgm:spPr/>
    </dgm:pt>
    <dgm:pt modelId="{81E75E9C-6DF9-5D4B-8749-C63636B8C082}" type="pres">
      <dgm:prSet presAssocID="{1A3F5B38-BDA3-406D-8CA6-59723AD020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0790D34-8933-4ED1-A966-36A14B8CDED6}" srcId="{32FAC1D1-E254-4BA1-AA2A-299C17FBD074}" destId="{1A3F5B38-BDA3-406D-8CA6-59723AD02027}" srcOrd="3" destOrd="0" parTransId="{27839FF3-1F90-4813-ACB7-F8C5EB04F8FB}" sibTransId="{BE9ACDBA-E94C-4E4C-91AA-6B7D554B624E}"/>
    <dgm:cxn modelId="{0A66C941-439F-40C1-846B-D61C82F88CF8}" srcId="{32FAC1D1-E254-4BA1-AA2A-299C17FBD074}" destId="{783272E7-CDDA-4C8F-ACD6-00577C34266C}" srcOrd="1" destOrd="0" parTransId="{FDA5C20C-697B-468F-AA25-6FAA939B25EA}" sibTransId="{EA20AC9E-8C2F-42A2-8232-47EEEB2BDC62}"/>
    <dgm:cxn modelId="{61589C5C-DCDF-ED4B-9A08-F1E4B6A32099}" type="presOf" srcId="{783272E7-CDDA-4C8F-ACD6-00577C34266C}" destId="{2C342C00-7B43-4045-8CFA-1B688B2C846C}" srcOrd="0" destOrd="0" presId="urn:microsoft.com/office/officeart/2005/8/layout/vList2"/>
    <dgm:cxn modelId="{0F6BDC5C-B341-4F40-AD03-43ACE2EDE64A}" srcId="{32FAC1D1-E254-4BA1-AA2A-299C17FBD074}" destId="{C10CD40A-4A8D-4C18-8F8F-827CEFC8D93D}" srcOrd="0" destOrd="0" parTransId="{29234F2F-1CA3-4982-8A1F-1E3ADDA7839A}" sibTransId="{36CF8C39-30E6-4620-A31A-1C4B9E3E513C}"/>
    <dgm:cxn modelId="{06668EA3-BD3A-4942-8941-50BC3D90B235}" type="presOf" srcId="{E0E1A8F4-D402-41B0-8F54-F3400A982CA5}" destId="{1048291C-3BD5-8B4F-9708-A73F6141A558}" srcOrd="0" destOrd="0" presId="urn:microsoft.com/office/officeart/2005/8/layout/vList2"/>
    <dgm:cxn modelId="{3DE6C1A7-794A-D94A-9028-DA27E4874F4A}" type="presOf" srcId="{32FAC1D1-E254-4BA1-AA2A-299C17FBD074}" destId="{CA7781F0-4F0F-2A47-8D59-4A302977C612}" srcOrd="0" destOrd="0" presId="urn:microsoft.com/office/officeart/2005/8/layout/vList2"/>
    <dgm:cxn modelId="{65728BBF-D0D5-1B47-8FF1-FD37725F3B6C}" type="presOf" srcId="{1A3F5B38-BDA3-406D-8CA6-59723AD02027}" destId="{81E75E9C-6DF9-5D4B-8749-C63636B8C082}" srcOrd="0" destOrd="0" presId="urn:microsoft.com/office/officeart/2005/8/layout/vList2"/>
    <dgm:cxn modelId="{17CC62CD-D888-4C88-9256-1B05213D4967}" srcId="{32FAC1D1-E254-4BA1-AA2A-299C17FBD074}" destId="{E0E1A8F4-D402-41B0-8F54-F3400A982CA5}" srcOrd="2" destOrd="0" parTransId="{8F8E9784-F1C9-4159-B263-D8FCBE1E7D23}" sibTransId="{614E63F3-BF5C-405E-ABB5-F7DC359047AB}"/>
    <dgm:cxn modelId="{620648ED-ED2B-2144-987A-25AE2CEAC581}" type="presOf" srcId="{C10CD40A-4A8D-4C18-8F8F-827CEFC8D93D}" destId="{300B9997-CC06-F545-A422-B64A4D6412CA}" srcOrd="0" destOrd="0" presId="urn:microsoft.com/office/officeart/2005/8/layout/vList2"/>
    <dgm:cxn modelId="{F19BDF92-7872-1E42-B489-9711B089A3BB}" type="presParOf" srcId="{CA7781F0-4F0F-2A47-8D59-4A302977C612}" destId="{300B9997-CC06-F545-A422-B64A4D6412CA}" srcOrd="0" destOrd="0" presId="urn:microsoft.com/office/officeart/2005/8/layout/vList2"/>
    <dgm:cxn modelId="{05B39451-5E11-F644-9B31-E74D1F706925}" type="presParOf" srcId="{CA7781F0-4F0F-2A47-8D59-4A302977C612}" destId="{E80E8B15-3334-934B-B32F-FB930BC77611}" srcOrd="1" destOrd="0" presId="urn:microsoft.com/office/officeart/2005/8/layout/vList2"/>
    <dgm:cxn modelId="{E146CA3A-6419-6D43-AF1C-ADAE5F48CEEB}" type="presParOf" srcId="{CA7781F0-4F0F-2A47-8D59-4A302977C612}" destId="{2C342C00-7B43-4045-8CFA-1B688B2C846C}" srcOrd="2" destOrd="0" presId="urn:microsoft.com/office/officeart/2005/8/layout/vList2"/>
    <dgm:cxn modelId="{D1B27F66-CDB9-0B42-8E3E-41321B37C4D8}" type="presParOf" srcId="{CA7781F0-4F0F-2A47-8D59-4A302977C612}" destId="{8FC6E6A8-2038-1940-8C2F-6C2CF71E105B}" srcOrd="3" destOrd="0" presId="urn:microsoft.com/office/officeart/2005/8/layout/vList2"/>
    <dgm:cxn modelId="{1929369D-6D8E-9F4C-A593-6D74EE938B86}" type="presParOf" srcId="{CA7781F0-4F0F-2A47-8D59-4A302977C612}" destId="{1048291C-3BD5-8B4F-9708-A73F6141A558}" srcOrd="4" destOrd="0" presId="urn:microsoft.com/office/officeart/2005/8/layout/vList2"/>
    <dgm:cxn modelId="{086F6E3C-4142-5341-B2EA-41338424CD46}" type="presParOf" srcId="{CA7781F0-4F0F-2A47-8D59-4A302977C612}" destId="{C2FA2BE1-371D-364D-A898-16A43249F790}" srcOrd="5" destOrd="0" presId="urn:microsoft.com/office/officeart/2005/8/layout/vList2"/>
    <dgm:cxn modelId="{A600CFCB-7114-1345-81CA-CA9066DC440E}" type="presParOf" srcId="{CA7781F0-4F0F-2A47-8D59-4A302977C612}" destId="{81E75E9C-6DF9-5D4B-8749-C63636B8C08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4B7C5F-5878-4F63-93BF-BB1DB98A7CF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24574D7-F628-4872-87C7-2209C68FFB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Speed: Instant analysis of complex logs.</a:t>
          </a:r>
        </a:p>
      </dgm:t>
    </dgm:pt>
    <dgm:pt modelId="{D4EC30CF-2445-4C0F-861B-95281B107DC7}" type="parTrans" cxnId="{B1672F97-EF0B-4854-A216-6E0031C585B2}">
      <dgm:prSet/>
      <dgm:spPr/>
      <dgm:t>
        <a:bodyPr/>
        <a:lstStyle/>
        <a:p>
          <a:endParaRPr lang="en-US"/>
        </a:p>
      </dgm:t>
    </dgm:pt>
    <dgm:pt modelId="{56981326-A33A-47B7-A6E7-0F3138E2FF6A}" type="sibTrans" cxnId="{B1672F97-EF0B-4854-A216-6E0031C585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B65BA49-BBD0-4033-A365-212149811A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Accuracy: Context-aware fixes using internal knowledge bases.</a:t>
          </a:r>
        </a:p>
      </dgm:t>
    </dgm:pt>
    <dgm:pt modelId="{70FEFF87-55CC-4C09-A611-CE5C360DDC06}" type="parTrans" cxnId="{EDCB1653-D7A9-4E19-9433-40C0B676B045}">
      <dgm:prSet/>
      <dgm:spPr/>
      <dgm:t>
        <a:bodyPr/>
        <a:lstStyle/>
        <a:p>
          <a:endParaRPr lang="en-US"/>
        </a:p>
      </dgm:t>
    </dgm:pt>
    <dgm:pt modelId="{68F7D659-9D84-418D-9F15-BF701C27AC07}" type="sibTrans" cxnId="{EDCB1653-D7A9-4E19-9433-40C0B676B0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384368-0719-4FBB-BBC5-09EA7C0667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Scalability: Handle thousands of incidents automatically.</a:t>
          </a:r>
        </a:p>
      </dgm:t>
    </dgm:pt>
    <dgm:pt modelId="{9B7B6A25-F80F-4DCF-A501-676B4408DB4D}" type="parTrans" cxnId="{2A229267-F8B7-48AF-82F0-0B63C977B94F}">
      <dgm:prSet/>
      <dgm:spPr/>
      <dgm:t>
        <a:bodyPr/>
        <a:lstStyle/>
        <a:p>
          <a:endParaRPr lang="en-US"/>
        </a:p>
      </dgm:t>
    </dgm:pt>
    <dgm:pt modelId="{28F09B11-3B68-44C8-9F70-9B7BECCB7F75}" type="sibTrans" cxnId="{2A229267-F8B7-48AF-82F0-0B63C977B94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40FF05-53EB-464E-833E-128F448B75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Traceability: All actions logged and tracked in JIRA.</a:t>
          </a:r>
        </a:p>
      </dgm:t>
    </dgm:pt>
    <dgm:pt modelId="{CE39FB06-9156-4CDC-9043-65B6C26E5529}" type="parTrans" cxnId="{E61CE22F-5F51-4BD9-B4AA-F5313C4D6A6F}">
      <dgm:prSet/>
      <dgm:spPr/>
      <dgm:t>
        <a:bodyPr/>
        <a:lstStyle/>
        <a:p>
          <a:endParaRPr lang="en-US"/>
        </a:p>
      </dgm:t>
    </dgm:pt>
    <dgm:pt modelId="{C55B5B80-84C7-4FC2-BB50-1D4011C75D70}" type="sibTrans" cxnId="{E61CE22F-5F51-4BD9-B4AA-F5313C4D6A6F}">
      <dgm:prSet/>
      <dgm:spPr/>
      <dgm:t>
        <a:bodyPr/>
        <a:lstStyle/>
        <a:p>
          <a:endParaRPr lang="en-US"/>
        </a:p>
      </dgm:t>
    </dgm:pt>
    <dgm:pt modelId="{5219B27A-3DDF-4677-9B78-88DD85732373}" type="pres">
      <dgm:prSet presAssocID="{5E4B7C5F-5878-4F63-93BF-BB1DB98A7CF4}" presName="root" presStyleCnt="0">
        <dgm:presLayoutVars>
          <dgm:dir/>
          <dgm:resizeHandles val="exact"/>
        </dgm:presLayoutVars>
      </dgm:prSet>
      <dgm:spPr/>
    </dgm:pt>
    <dgm:pt modelId="{CAF267E6-FE8F-4BD4-A1F7-007846C3050A}" type="pres">
      <dgm:prSet presAssocID="{324574D7-F628-4872-87C7-2209C68FFBE4}" presName="compNode" presStyleCnt="0"/>
      <dgm:spPr/>
    </dgm:pt>
    <dgm:pt modelId="{62350BA2-A16F-4EC8-AC94-343020F08B05}" type="pres">
      <dgm:prSet presAssocID="{324574D7-F628-4872-87C7-2209C68FFB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9B53AE82-F482-435B-85FE-A1878F6A1CA4}" type="pres">
      <dgm:prSet presAssocID="{324574D7-F628-4872-87C7-2209C68FFBE4}" presName="spaceRect" presStyleCnt="0"/>
      <dgm:spPr/>
    </dgm:pt>
    <dgm:pt modelId="{E69232E2-07E8-48E5-84A5-2842867DF520}" type="pres">
      <dgm:prSet presAssocID="{324574D7-F628-4872-87C7-2209C68FFBE4}" presName="textRect" presStyleLbl="revTx" presStyleIdx="0" presStyleCnt="4">
        <dgm:presLayoutVars>
          <dgm:chMax val="1"/>
          <dgm:chPref val="1"/>
        </dgm:presLayoutVars>
      </dgm:prSet>
      <dgm:spPr/>
    </dgm:pt>
    <dgm:pt modelId="{9E56A2C0-174C-44EC-8C52-70D808F94E34}" type="pres">
      <dgm:prSet presAssocID="{56981326-A33A-47B7-A6E7-0F3138E2FF6A}" presName="sibTrans" presStyleCnt="0"/>
      <dgm:spPr/>
    </dgm:pt>
    <dgm:pt modelId="{4C579D8E-64E7-44A3-A54F-E003EA684ABC}" type="pres">
      <dgm:prSet presAssocID="{FB65BA49-BBD0-4033-A365-212149811A9E}" presName="compNode" presStyleCnt="0"/>
      <dgm:spPr/>
    </dgm:pt>
    <dgm:pt modelId="{B31FAB43-2321-4E97-9E81-7DD5136A6AB3}" type="pres">
      <dgm:prSet presAssocID="{FB65BA49-BBD0-4033-A365-212149811A9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0BE0BB42-33F7-43B3-81EF-1FC5A4A2767A}" type="pres">
      <dgm:prSet presAssocID="{FB65BA49-BBD0-4033-A365-212149811A9E}" presName="spaceRect" presStyleCnt="0"/>
      <dgm:spPr/>
    </dgm:pt>
    <dgm:pt modelId="{1838DCF5-4808-4183-84E8-9497827AB9D2}" type="pres">
      <dgm:prSet presAssocID="{FB65BA49-BBD0-4033-A365-212149811A9E}" presName="textRect" presStyleLbl="revTx" presStyleIdx="1" presStyleCnt="4">
        <dgm:presLayoutVars>
          <dgm:chMax val="1"/>
          <dgm:chPref val="1"/>
        </dgm:presLayoutVars>
      </dgm:prSet>
      <dgm:spPr/>
    </dgm:pt>
    <dgm:pt modelId="{0017E17C-315D-4B38-99E7-D01BC4AFEEF3}" type="pres">
      <dgm:prSet presAssocID="{68F7D659-9D84-418D-9F15-BF701C27AC07}" presName="sibTrans" presStyleCnt="0"/>
      <dgm:spPr/>
    </dgm:pt>
    <dgm:pt modelId="{6DEE6F8D-CF6A-4210-8E6D-B5C17B6CFF46}" type="pres">
      <dgm:prSet presAssocID="{80384368-0719-4FBB-BBC5-09EA7C06677D}" presName="compNode" presStyleCnt="0"/>
      <dgm:spPr/>
    </dgm:pt>
    <dgm:pt modelId="{5D643F85-69E6-42C0-B708-49C20D25BF10}" type="pres">
      <dgm:prSet presAssocID="{80384368-0719-4FBB-BBC5-09EA7C0667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439204C-15EE-44DB-B6C3-6173650C513E}" type="pres">
      <dgm:prSet presAssocID="{80384368-0719-4FBB-BBC5-09EA7C06677D}" presName="spaceRect" presStyleCnt="0"/>
      <dgm:spPr/>
    </dgm:pt>
    <dgm:pt modelId="{5FE48F8A-38A4-467E-B8B4-EE9AED8C3A85}" type="pres">
      <dgm:prSet presAssocID="{80384368-0719-4FBB-BBC5-09EA7C06677D}" presName="textRect" presStyleLbl="revTx" presStyleIdx="2" presStyleCnt="4">
        <dgm:presLayoutVars>
          <dgm:chMax val="1"/>
          <dgm:chPref val="1"/>
        </dgm:presLayoutVars>
      </dgm:prSet>
      <dgm:spPr/>
    </dgm:pt>
    <dgm:pt modelId="{46085C50-163B-43A4-A9AD-3A86F9A3BA69}" type="pres">
      <dgm:prSet presAssocID="{28F09B11-3B68-44C8-9F70-9B7BECCB7F75}" presName="sibTrans" presStyleCnt="0"/>
      <dgm:spPr/>
    </dgm:pt>
    <dgm:pt modelId="{7E0C7055-D618-40A2-9D3B-E9EB34AF9AB7}" type="pres">
      <dgm:prSet presAssocID="{1740FF05-53EB-464E-833E-128F448B750B}" presName="compNode" presStyleCnt="0"/>
      <dgm:spPr/>
    </dgm:pt>
    <dgm:pt modelId="{974A2AE9-BF23-4876-B79C-8A64247F6D90}" type="pres">
      <dgm:prSet presAssocID="{1740FF05-53EB-464E-833E-128F448B750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DF4C2A9-8BB5-4901-88BD-1B41FD892CD2}" type="pres">
      <dgm:prSet presAssocID="{1740FF05-53EB-464E-833E-128F448B750B}" presName="spaceRect" presStyleCnt="0"/>
      <dgm:spPr/>
    </dgm:pt>
    <dgm:pt modelId="{679152A6-E2C2-437A-8C3B-48B5801E6E9C}" type="pres">
      <dgm:prSet presAssocID="{1740FF05-53EB-464E-833E-128F448B75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61CE22F-5F51-4BD9-B4AA-F5313C4D6A6F}" srcId="{5E4B7C5F-5878-4F63-93BF-BB1DB98A7CF4}" destId="{1740FF05-53EB-464E-833E-128F448B750B}" srcOrd="3" destOrd="0" parTransId="{CE39FB06-9156-4CDC-9043-65B6C26E5529}" sibTransId="{C55B5B80-84C7-4FC2-BB50-1D4011C75D70}"/>
    <dgm:cxn modelId="{00562732-DA50-3548-83A3-DF1161DD5972}" type="presOf" srcId="{324574D7-F628-4872-87C7-2209C68FFBE4}" destId="{E69232E2-07E8-48E5-84A5-2842867DF520}" srcOrd="0" destOrd="0" presId="urn:microsoft.com/office/officeart/2018/2/layout/IconLabelList"/>
    <dgm:cxn modelId="{C9197132-FF72-B548-A043-7863DC13B8E9}" type="presOf" srcId="{1740FF05-53EB-464E-833E-128F448B750B}" destId="{679152A6-E2C2-437A-8C3B-48B5801E6E9C}" srcOrd="0" destOrd="0" presId="urn:microsoft.com/office/officeart/2018/2/layout/IconLabelList"/>
    <dgm:cxn modelId="{EDCB1653-D7A9-4E19-9433-40C0B676B045}" srcId="{5E4B7C5F-5878-4F63-93BF-BB1DB98A7CF4}" destId="{FB65BA49-BBD0-4033-A365-212149811A9E}" srcOrd="1" destOrd="0" parTransId="{70FEFF87-55CC-4C09-A611-CE5C360DDC06}" sibTransId="{68F7D659-9D84-418D-9F15-BF701C27AC07}"/>
    <dgm:cxn modelId="{2A229267-F8B7-48AF-82F0-0B63C977B94F}" srcId="{5E4B7C5F-5878-4F63-93BF-BB1DB98A7CF4}" destId="{80384368-0719-4FBB-BBC5-09EA7C06677D}" srcOrd="2" destOrd="0" parTransId="{9B7B6A25-F80F-4DCF-A501-676B4408DB4D}" sibTransId="{28F09B11-3B68-44C8-9F70-9B7BECCB7F75}"/>
    <dgm:cxn modelId="{B1672F97-EF0B-4854-A216-6E0031C585B2}" srcId="{5E4B7C5F-5878-4F63-93BF-BB1DB98A7CF4}" destId="{324574D7-F628-4872-87C7-2209C68FFBE4}" srcOrd="0" destOrd="0" parTransId="{D4EC30CF-2445-4C0F-861B-95281B107DC7}" sibTransId="{56981326-A33A-47B7-A6E7-0F3138E2FF6A}"/>
    <dgm:cxn modelId="{EFC05FA6-B524-3946-886C-D9F106818EDF}" type="presOf" srcId="{5E4B7C5F-5878-4F63-93BF-BB1DB98A7CF4}" destId="{5219B27A-3DDF-4677-9B78-88DD85732373}" srcOrd="0" destOrd="0" presId="urn:microsoft.com/office/officeart/2018/2/layout/IconLabelList"/>
    <dgm:cxn modelId="{CD4A26BF-FBE8-3A41-A544-3CC52FC6471D}" type="presOf" srcId="{FB65BA49-BBD0-4033-A365-212149811A9E}" destId="{1838DCF5-4808-4183-84E8-9497827AB9D2}" srcOrd="0" destOrd="0" presId="urn:microsoft.com/office/officeart/2018/2/layout/IconLabelList"/>
    <dgm:cxn modelId="{6011BEE1-8CC2-7E4F-B8C2-14A5CADA2640}" type="presOf" srcId="{80384368-0719-4FBB-BBC5-09EA7C06677D}" destId="{5FE48F8A-38A4-467E-B8B4-EE9AED8C3A85}" srcOrd="0" destOrd="0" presId="urn:microsoft.com/office/officeart/2018/2/layout/IconLabelList"/>
    <dgm:cxn modelId="{8DAF5470-4D50-F74A-9400-EA9068C057DF}" type="presParOf" srcId="{5219B27A-3DDF-4677-9B78-88DD85732373}" destId="{CAF267E6-FE8F-4BD4-A1F7-007846C3050A}" srcOrd="0" destOrd="0" presId="urn:microsoft.com/office/officeart/2018/2/layout/IconLabelList"/>
    <dgm:cxn modelId="{141F06FC-9987-4545-87F4-478777A500E2}" type="presParOf" srcId="{CAF267E6-FE8F-4BD4-A1F7-007846C3050A}" destId="{62350BA2-A16F-4EC8-AC94-343020F08B05}" srcOrd="0" destOrd="0" presId="urn:microsoft.com/office/officeart/2018/2/layout/IconLabelList"/>
    <dgm:cxn modelId="{BB4FDEB8-338B-0042-BBEF-F633D164E512}" type="presParOf" srcId="{CAF267E6-FE8F-4BD4-A1F7-007846C3050A}" destId="{9B53AE82-F482-435B-85FE-A1878F6A1CA4}" srcOrd="1" destOrd="0" presId="urn:microsoft.com/office/officeart/2018/2/layout/IconLabelList"/>
    <dgm:cxn modelId="{89A186FE-6ACB-3348-9364-01F2905BE495}" type="presParOf" srcId="{CAF267E6-FE8F-4BD4-A1F7-007846C3050A}" destId="{E69232E2-07E8-48E5-84A5-2842867DF520}" srcOrd="2" destOrd="0" presId="urn:microsoft.com/office/officeart/2018/2/layout/IconLabelList"/>
    <dgm:cxn modelId="{3E9EF906-DA71-754F-B913-23ED2CB93541}" type="presParOf" srcId="{5219B27A-3DDF-4677-9B78-88DD85732373}" destId="{9E56A2C0-174C-44EC-8C52-70D808F94E34}" srcOrd="1" destOrd="0" presId="urn:microsoft.com/office/officeart/2018/2/layout/IconLabelList"/>
    <dgm:cxn modelId="{07F0045D-9E0F-794C-BCF5-EFDAA7971393}" type="presParOf" srcId="{5219B27A-3DDF-4677-9B78-88DD85732373}" destId="{4C579D8E-64E7-44A3-A54F-E003EA684ABC}" srcOrd="2" destOrd="0" presId="urn:microsoft.com/office/officeart/2018/2/layout/IconLabelList"/>
    <dgm:cxn modelId="{3C3A5CF4-2493-C84C-95B8-8656ED9A3031}" type="presParOf" srcId="{4C579D8E-64E7-44A3-A54F-E003EA684ABC}" destId="{B31FAB43-2321-4E97-9E81-7DD5136A6AB3}" srcOrd="0" destOrd="0" presId="urn:microsoft.com/office/officeart/2018/2/layout/IconLabelList"/>
    <dgm:cxn modelId="{CB7431BD-1611-4143-8F38-06F7EE5F2E8B}" type="presParOf" srcId="{4C579D8E-64E7-44A3-A54F-E003EA684ABC}" destId="{0BE0BB42-33F7-43B3-81EF-1FC5A4A2767A}" srcOrd="1" destOrd="0" presId="urn:microsoft.com/office/officeart/2018/2/layout/IconLabelList"/>
    <dgm:cxn modelId="{39E17330-27A3-6D40-A1EC-C4EC99F10323}" type="presParOf" srcId="{4C579D8E-64E7-44A3-A54F-E003EA684ABC}" destId="{1838DCF5-4808-4183-84E8-9497827AB9D2}" srcOrd="2" destOrd="0" presId="urn:microsoft.com/office/officeart/2018/2/layout/IconLabelList"/>
    <dgm:cxn modelId="{37990531-F5A8-8E4F-A1CB-0E5E305C125E}" type="presParOf" srcId="{5219B27A-3DDF-4677-9B78-88DD85732373}" destId="{0017E17C-315D-4B38-99E7-D01BC4AFEEF3}" srcOrd="3" destOrd="0" presId="urn:microsoft.com/office/officeart/2018/2/layout/IconLabelList"/>
    <dgm:cxn modelId="{9BAA66ED-E249-DB48-AB4F-7238EF5216C4}" type="presParOf" srcId="{5219B27A-3DDF-4677-9B78-88DD85732373}" destId="{6DEE6F8D-CF6A-4210-8E6D-B5C17B6CFF46}" srcOrd="4" destOrd="0" presId="urn:microsoft.com/office/officeart/2018/2/layout/IconLabelList"/>
    <dgm:cxn modelId="{431E99B5-12AA-E446-B193-404E72DFCA1E}" type="presParOf" srcId="{6DEE6F8D-CF6A-4210-8E6D-B5C17B6CFF46}" destId="{5D643F85-69E6-42C0-B708-49C20D25BF10}" srcOrd="0" destOrd="0" presId="urn:microsoft.com/office/officeart/2018/2/layout/IconLabelList"/>
    <dgm:cxn modelId="{AA7C7E86-6083-9544-AE9E-73CC2FEC3FE0}" type="presParOf" srcId="{6DEE6F8D-CF6A-4210-8E6D-B5C17B6CFF46}" destId="{6439204C-15EE-44DB-B6C3-6173650C513E}" srcOrd="1" destOrd="0" presId="urn:microsoft.com/office/officeart/2018/2/layout/IconLabelList"/>
    <dgm:cxn modelId="{C6895D39-E653-7C4E-9421-9F27D8AF26F8}" type="presParOf" srcId="{6DEE6F8D-CF6A-4210-8E6D-B5C17B6CFF46}" destId="{5FE48F8A-38A4-467E-B8B4-EE9AED8C3A85}" srcOrd="2" destOrd="0" presId="urn:microsoft.com/office/officeart/2018/2/layout/IconLabelList"/>
    <dgm:cxn modelId="{B069AA2C-781B-0249-BF7B-04590AAB9E8B}" type="presParOf" srcId="{5219B27A-3DDF-4677-9B78-88DD85732373}" destId="{46085C50-163B-43A4-A9AD-3A86F9A3BA69}" srcOrd="5" destOrd="0" presId="urn:microsoft.com/office/officeart/2018/2/layout/IconLabelList"/>
    <dgm:cxn modelId="{A7F4EB0B-C4E7-6A4C-936D-1340A1F7B300}" type="presParOf" srcId="{5219B27A-3DDF-4677-9B78-88DD85732373}" destId="{7E0C7055-D618-40A2-9D3B-E9EB34AF9AB7}" srcOrd="6" destOrd="0" presId="urn:microsoft.com/office/officeart/2018/2/layout/IconLabelList"/>
    <dgm:cxn modelId="{FD07444F-A1A4-9F48-B055-DDAB7BECDBFA}" type="presParOf" srcId="{7E0C7055-D618-40A2-9D3B-E9EB34AF9AB7}" destId="{974A2AE9-BF23-4876-B79C-8A64247F6D90}" srcOrd="0" destOrd="0" presId="urn:microsoft.com/office/officeart/2018/2/layout/IconLabelList"/>
    <dgm:cxn modelId="{0CCDC35F-89D0-5D4B-B0D7-376613377AFE}" type="presParOf" srcId="{7E0C7055-D618-40A2-9D3B-E9EB34AF9AB7}" destId="{7DF4C2A9-8BB5-4901-88BD-1B41FD892CD2}" srcOrd="1" destOrd="0" presId="urn:microsoft.com/office/officeart/2018/2/layout/IconLabelList"/>
    <dgm:cxn modelId="{F87284B3-3D75-AB40-ADE6-79DA0E807B88}" type="presParOf" srcId="{7E0C7055-D618-40A2-9D3B-E9EB34AF9AB7}" destId="{679152A6-E2C2-437A-8C3B-48B5801E6E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2C8C71-9F5A-4D0E-98F8-5644338E40F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3D6EEF3-8AD8-4B30-B151-E715CD0F9BB6}">
      <dgm:prSet/>
      <dgm:spPr/>
      <dgm:t>
        <a:bodyPr/>
        <a:lstStyle/>
        <a:p>
          <a:r>
            <a:rPr lang="en-US"/>
            <a:t>Chandra Nayak</a:t>
          </a:r>
        </a:p>
      </dgm:t>
    </dgm:pt>
    <dgm:pt modelId="{91C9AF72-351A-4FE2-9E77-6973DB578055}" type="parTrans" cxnId="{9B8293CE-3C2C-4787-A19C-0AE48F698A27}">
      <dgm:prSet/>
      <dgm:spPr/>
      <dgm:t>
        <a:bodyPr/>
        <a:lstStyle/>
        <a:p>
          <a:endParaRPr lang="en-US"/>
        </a:p>
      </dgm:t>
    </dgm:pt>
    <dgm:pt modelId="{1818EBD5-7E19-4859-B520-B189873CE4E2}" type="sibTrans" cxnId="{9B8293CE-3C2C-4787-A19C-0AE48F698A27}">
      <dgm:prSet/>
      <dgm:spPr/>
      <dgm:t>
        <a:bodyPr/>
        <a:lstStyle/>
        <a:p>
          <a:endParaRPr lang="en-US"/>
        </a:p>
      </dgm:t>
    </dgm:pt>
    <dgm:pt modelId="{BB5920E5-62D5-40F7-ACB3-8053123792F7}">
      <dgm:prSet/>
      <dgm:spPr/>
      <dgm:t>
        <a:bodyPr/>
        <a:lstStyle/>
        <a:p>
          <a:r>
            <a:rPr lang="en-US"/>
            <a:t>Chandrakala Bandaru</a:t>
          </a:r>
        </a:p>
      </dgm:t>
    </dgm:pt>
    <dgm:pt modelId="{FC195BD2-2986-40A5-83F5-6AF0C6AD4809}" type="parTrans" cxnId="{DB9FA0A8-360C-4699-88B6-E86DE2D04111}">
      <dgm:prSet/>
      <dgm:spPr/>
      <dgm:t>
        <a:bodyPr/>
        <a:lstStyle/>
        <a:p>
          <a:endParaRPr lang="en-US"/>
        </a:p>
      </dgm:t>
    </dgm:pt>
    <dgm:pt modelId="{F0028715-47F7-4809-9EA9-4344E357E0BA}" type="sibTrans" cxnId="{DB9FA0A8-360C-4699-88B6-E86DE2D04111}">
      <dgm:prSet/>
      <dgm:spPr/>
      <dgm:t>
        <a:bodyPr/>
        <a:lstStyle/>
        <a:p>
          <a:endParaRPr lang="en-US"/>
        </a:p>
      </dgm:t>
    </dgm:pt>
    <dgm:pt modelId="{B0F50582-A978-4A9E-AEDC-07B59848E44C}">
      <dgm:prSet/>
      <dgm:spPr/>
      <dgm:t>
        <a:bodyPr/>
        <a:lstStyle/>
        <a:p>
          <a:r>
            <a:rPr lang="en-US" dirty="0"/>
            <a:t>Devendra Gupta</a:t>
          </a:r>
        </a:p>
      </dgm:t>
    </dgm:pt>
    <dgm:pt modelId="{E4EEA21F-EAD5-4B8B-8AF1-D8F5545CC64E}" type="parTrans" cxnId="{FC08A62F-C114-423A-BF64-239EF0DD1206}">
      <dgm:prSet/>
      <dgm:spPr/>
      <dgm:t>
        <a:bodyPr/>
        <a:lstStyle/>
        <a:p>
          <a:endParaRPr lang="en-US"/>
        </a:p>
      </dgm:t>
    </dgm:pt>
    <dgm:pt modelId="{60393737-71AF-45D4-81F8-145DD8595E65}" type="sibTrans" cxnId="{FC08A62F-C114-423A-BF64-239EF0DD1206}">
      <dgm:prSet/>
      <dgm:spPr/>
      <dgm:t>
        <a:bodyPr/>
        <a:lstStyle/>
        <a:p>
          <a:endParaRPr lang="en-US"/>
        </a:p>
      </dgm:t>
    </dgm:pt>
    <dgm:pt modelId="{058B86F2-A508-4E2C-A700-D32F334F0A06}">
      <dgm:prSet/>
      <dgm:spPr/>
      <dgm:t>
        <a:bodyPr/>
        <a:lstStyle/>
        <a:p>
          <a:r>
            <a:rPr lang="en-US" dirty="0"/>
            <a:t>Roshan Shrestha</a:t>
          </a:r>
        </a:p>
      </dgm:t>
    </dgm:pt>
    <dgm:pt modelId="{7369F92C-585A-42AA-89C0-649E68B893A6}" type="parTrans" cxnId="{FBFBAFBF-F44F-42D0-AF63-702523BCEB1F}">
      <dgm:prSet/>
      <dgm:spPr/>
      <dgm:t>
        <a:bodyPr/>
        <a:lstStyle/>
        <a:p>
          <a:endParaRPr lang="en-US"/>
        </a:p>
      </dgm:t>
    </dgm:pt>
    <dgm:pt modelId="{781A3B80-3BFC-4AD4-8680-5157BAF82B83}" type="sibTrans" cxnId="{FBFBAFBF-F44F-42D0-AF63-702523BCEB1F}">
      <dgm:prSet/>
      <dgm:spPr/>
      <dgm:t>
        <a:bodyPr/>
        <a:lstStyle/>
        <a:p>
          <a:endParaRPr lang="en-US"/>
        </a:p>
      </dgm:t>
    </dgm:pt>
    <dgm:pt modelId="{BC9DB40C-3577-9346-9845-75E452EF6EAA}">
      <dgm:prSet/>
      <dgm:spPr/>
      <dgm:t>
        <a:bodyPr/>
        <a:lstStyle/>
        <a:p>
          <a:r>
            <a:rPr lang="en-US" dirty="0"/>
            <a:t>Sasi </a:t>
          </a:r>
          <a:r>
            <a:rPr lang="en-US" dirty="0" err="1"/>
            <a:t>Meghanathan</a:t>
          </a:r>
          <a:endParaRPr lang="en-US" dirty="0"/>
        </a:p>
      </dgm:t>
    </dgm:pt>
    <dgm:pt modelId="{EE3208B0-CDFD-6A45-AC22-DF6ED93104FE}" type="parTrans" cxnId="{51CB731D-C735-B448-BF56-7810E25BFBA4}">
      <dgm:prSet/>
      <dgm:spPr/>
    </dgm:pt>
    <dgm:pt modelId="{C312307B-1D34-C94C-A955-9C6067EF07B5}" type="sibTrans" cxnId="{51CB731D-C735-B448-BF56-7810E25BFBA4}">
      <dgm:prSet/>
      <dgm:spPr/>
    </dgm:pt>
    <dgm:pt modelId="{808E3D6C-9B03-B244-A329-F2067979234B}" type="pres">
      <dgm:prSet presAssocID="{FC2C8C71-9F5A-4D0E-98F8-5644338E40F6}" presName="linear" presStyleCnt="0">
        <dgm:presLayoutVars>
          <dgm:animLvl val="lvl"/>
          <dgm:resizeHandles val="exact"/>
        </dgm:presLayoutVars>
      </dgm:prSet>
      <dgm:spPr/>
    </dgm:pt>
    <dgm:pt modelId="{EC62346C-D307-EA4B-8E53-1A7F26B8CCA0}" type="pres">
      <dgm:prSet presAssocID="{A3D6EEF3-8AD8-4B30-B151-E715CD0F9BB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6E6D71F-17AC-CA4C-8450-2BD85F23AFD8}" type="pres">
      <dgm:prSet presAssocID="{1818EBD5-7E19-4859-B520-B189873CE4E2}" presName="spacer" presStyleCnt="0"/>
      <dgm:spPr/>
    </dgm:pt>
    <dgm:pt modelId="{CE12077D-C8DD-354D-BF53-ABDA89A886F8}" type="pres">
      <dgm:prSet presAssocID="{BB5920E5-62D5-40F7-ACB3-8053123792F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3B1BC73-B3BA-A147-8043-16D57DD02EB1}" type="pres">
      <dgm:prSet presAssocID="{F0028715-47F7-4809-9EA9-4344E357E0BA}" presName="spacer" presStyleCnt="0"/>
      <dgm:spPr/>
    </dgm:pt>
    <dgm:pt modelId="{A4FA1130-F5FA-F041-A295-82E827C7B790}" type="pres">
      <dgm:prSet presAssocID="{B0F50582-A978-4A9E-AEDC-07B59848E44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DF4167A-1B10-E44D-AE0B-5B6260598E13}" type="pres">
      <dgm:prSet presAssocID="{60393737-71AF-45D4-81F8-145DD8595E65}" presName="spacer" presStyleCnt="0"/>
      <dgm:spPr/>
    </dgm:pt>
    <dgm:pt modelId="{D240F4F6-EF02-8F41-B563-999783205364}" type="pres">
      <dgm:prSet presAssocID="{058B86F2-A508-4E2C-A700-D32F334F0A0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CDE116-593E-554C-9FB8-60E2916BD3E1}" type="pres">
      <dgm:prSet presAssocID="{781A3B80-3BFC-4AD4-8680-5157BAF82B83}" presName="spacer" presStyleCnt="0"/>
      <dgm:spPr/>
    </dgm:pt>
    <dgm:pt modelId="{0E140163-327B-6645-95B3-6DB32285EE48}" type="pres">
      <dgm:prSet presAssocID="{BC9DB40C-3577-9346-9845-75E452EF6EA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1CB731D-C735-B448-BF56-7810E25BFBA4}" srcId="{FC2C8C71-9F5A-4D0E-98F8-5644338E40F6}" destId="{BC9DB40C-3577-9346-9845-75E452EF6EAA}" srcOrd="4" destOrd="0" parTransId="{EE3208B0-CDFD-6A45-AC22-DF6ED93104FE}" sibTransId="{C312307B-1D34-C94C-A955-9C6067EF07B5}"/>
    <dgm:cxn modelId="{FC08A62F-C114-423A-BF64-239EF0DD1206}" srcId="{FC2C8C71-9F5A-4D0E-98F8-5644338E40F6}" destId="{B0F50582-A978-4A9E-AEDC-07B59848E44C}" srcOrd="2" destOrd="0" parTransId="{E4EEA21F-EAD5-4B8B-8AF1-D8F5545CC64E}" sibTransId="{60393737-71AF-45D4-81F8-145DD8595E65}"/>
    <dgm:cxn modelId="{BDCB9D3F-1C05-E54E-9648-76782660ADE8}" type="presOf" srcId="{FC2C8C71-9F5A-4D0E-98F8-5644338E40F6}" destId="{808E3D6C-9B03-B244-A329-F2067979234B}" srcOrd="0" destOrd="0" presId="urn:microsoft.com/office/officeart/2005/8/layout/vList2"/>
    <dgm:cxn modelId="{9AF4344B-416D-1949-9704-DAC8585816BF}" type="presOf" srcId="{BB5920E5-62D5-40F7-ACB3-8053123792F7}" destId="{CE12077D-C8DD-354D-BF53-ABDA89A886F8}" srcOrd="0" destOrd="0" presId="urn:microsoft.com/office/officeart/2005/8/layout/vList2"/>
    <dgm:cxn modelId="{47BF1E68-4446-6541-A1E1-0ABF77FB278D}" type="presOf" srcId="{B0F50582-A978-4A9E-AEDC-07B59848E44C}" destId="{A4FA1130-F5FA-F041-A295-82E827C7B790}" srcOrd="0" destOrd="0" presId="urn:microsoft.com/office/officeart/2005/8/layout/vList2"/>
    <dgm:cxn modelId="{DB9FA0A8-360C-4699-88B6-E86DE2D04111}" srcId="{FC2C8C71-9F5A-4D0E-98F8-5644338E40F6}" destId="{BB5920E5-62D5-40F7-ACB3-8053123792F7}" srcOrd="1" destOrd="0" parTransId="{FC195BD2-2986-40A5-83F5-6AF0C6AD4809}" sibTransId="{F0028715-47F7-4809-9EA9-4344E357E0BA}"/>
    <dgm:cxn modelId="{875E67BE-6E66-C940-8535-3CA4886B90B5}" type="presOf" srcId="{A3D6EEF3-8AD8-4B30-B151-E715CD0F9BB6}" destId="{EC62346C-D307-EA4B-8E53-1A7F26B8CCA0}" srcOrd="0" destOrd="0" presId="urn:microsoft.com/office/officeart/2005/8/layout/vList2"/>
    <dgm:cxn modelId="{FBFBAFBF-F44F-42D0-AF63-702523BCEB1F}" srcId="{FC2C8C71-9F5A-4D0E-98F8-5644338E40F6}" destId="{058B86F2-A508-4E2C-A700-D32F334F0A06}" srcOrd="3" destOrd="0" parTransId="{7369F92C-585A-42AA-89C0-649E68B893A6}" sibTransId="{781A3B80-3BFC-4AD4-8680-5157BAF82B83}"/>
    <dgm:cxn modelId="{3B4D12C9-9F90-C640-BF1A-EE6A44045D88}" type="presOf" srcId="{BC9DB40C-3577-9346-9845-75E452EF6EAA}" destId="{0E140163-327B-6645-95B3-6DB32285EE48}" srcOrd="0" destOrd="0" presId="urn:microsoft.com/office/officeart/2005/8/layout/vList2"/>
    <dgm:cxn modelId="{9B8293CE-3C2C-4787-A19C-0AE48F698A27}" srcId="{FC2C8C71-9F5A-4D0E-98F8-5644338E40F6}" destId="{A3D6EEF3-8AD8-4B30-B151-E715CD0F9BB6}" srcOrd="0" destOrd="0" parTransId="{91C9AF72-351A-4FE2-9E77-6973DB578055}" sibTransId="{1818EBD5-7E19-4859-B520-B189873CE4E2}"/>
    <dgm:cxn modelId="{8FED16FC-B1C6-3C4C-85B7-7BFCDA36EFA1}" type="presOf" srcId="{058B86F2-A508-4E2C-A700-D32F334F0A06}" destId="{D240F4F6-EF02-8F41-B563-999783205364}" srcOrd="0" destOrd="0" presId="urn:microsoft.com/office/officeart/2005/8/layout/vList2"/>
    <dgm:cxn modelId="{D8CF501F-BDDE-4444-8CDE-A19ECBCA6D0F}" type="presParOf" srcId="{808E3D6C-9B03-B244-A329-F2067979234B}" destId="{EC62346C-D307-EA4B-8E53-1A7F26B8CCA0}" srcOrd="0" destOrd="0" presId="urn:microsoft.com/office/officeart/2005/8/layout/vList2"/>
    <dgm:cxn modelId="{D3324CAC-885D-6A4B-A0A5-EA81A415136A}" type="presParOf" srcId="{808E3D6C-9B03-B244-A329-F2067979234B}" destId="{D6E6D71F-17AC-CA4C-8450-2BD85F23AFD8}" srcOrd="1" destOrd="0" presId="urn:microsoft.com/office/officeart/2005/8/layout/vList2"/>
    <dgm:cxn modelId="{96BC949E-8A17-1048-B00C-8D238427CE03}" type="presParOf" srcId="{808E3D6C-9B03-B244-A329-F2067979234B}" destId="{CE12077D-C8DD-354D-BF53-ABDA89A886F8}" srcOrd="2" destOrd="0" presId="urn:microsoft.com/office/officeart/2005/8/layout/vList2"/>
    <dgm:cxn modelId="{D7F399FD-6E38-2A45-94F5-90F4A33ACC29}" type="presParOf" srcId="{808E3D6C-9B03-B244-A329-F2067979234B}" destId="{33B1BC73-B3BA-A147-8043-16D57DD02EB1}" srcOrd="3" destOrd="0" presId="urn:microsoft.com/office/officeart/2005/8/layout/vList2"/>
    <dgm:cxn modelId="{8997F1D8-F09E-4546-89B9-FAD85BF0D9AB}" type="presParOf" srcId="{808E3D6C-9B03-B244-A329-F2067979234B}" destId="{A4FA1130-F5FA-F041-A295-82E827C7B790}" srcOrd="4" destOrd="0" presId="urn:microsoft.com/office/officeart/2005/8/layout/vList2"/>
    <dgm:cxn modelId="{D0990AB0-145E-E145-A314-D8AF3E612F71}" type="presParOf" srcId="{808E3D6C-9B03-B244-A329-F2067979234B}" destId="{DDF4167A-1B10-E44D-AE0B-5B6260598E13}" srcOrd="5" destOrd="0" presId="urn:microsoft.com/office/officeart/2005/8/layout/vList2"/>
    <dgm:cxn modelId="{DBC15EF1-7E2B-F849-B351-415A3B6DB2E2}" type="presParOf" srcId="{808E3D6C-9B03-B244-A329-F2067979234B}" destId="{D240F4F6-EF02-8F41-B563-999783205364}" srcOrd="6" destOrd="0" presId="urn:microsoft.com/office/officeart/2005/8/layout/vList2"/>
    <dgm:cxn modelId="{4E108D4A-4E31-3947-B0AF-BF9073A65AD5}" type="presParOf" srcId="{808E3D6C-9B03-B244-A329-F2067979234B}" destId="{F1CDE116-593E-554C-9FB8-60E2916BD3E1}" srcOrd="7" destOrd="0" presId="urn:microsoft.com/office/officeart/2005/8/layout/vList2"/>
    <dgm:cxn modelId="{36B96964-9B18-8843-9848-79CF60DA8622}" type="presParOf" srcId="{808E3D6C-9B03-B244-A329-F2067979234B}" destId="{0E140163-327B-6645-95B3-6DB32285EE4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F0334D-6B94-ED42-99E2-D91AEDA759D4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Problem Statement</a:t>
          </a:r>
        </a:p>
      </dsp:txBody>
      <dsp:txXfrm>
        <a:off x="19451" y="19451"/>
        <a:ext cx="5516512" cy="625190"/>
      </dsp:txXfrm>
    </dsp:sp>
    <dsp:sp modelId="{3B034EA2-F551-1845-88D6-707035D05FF3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Solution Overview (AI DevOps Analyst)</a:t>
          </a:r>
        </a:p>
      </dsp:txBody>
      <dsp:txXfrm>
        <a:off x="490713" y="775779"/>
        <a:ext cx="5368995" cy="625190"/>
      </dsp:txXfrm>
    </dsp:sp>
    <dsp:sp modelId="{53F37437-7D66-784D-A6E1-34607659458D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Architecture &amp; Design</a:t>
          </a:r>
        </a:p>
      </dsp:txBody>
      <dsp:txXfrm>
        <a:off x="961976" y="1532107"/>
        <a:ext cx="5368995" cy="625190"/>
      </dsp:txXfrm>
    </dsp:sp>
    <dsp:sp modelId="{10463C7D-3AD5-004E-A835-5CB1966192C9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Key Benefits</a:t>
          </a:r>
        </a:p>
      </dsp:txBody>
      <dsp:txXfrm>
        <a:off x="1433238" y="2288435"/>
        <a:ext cx="5368995" cy="625190"/>
      </dsp:txXfrm>
    </dsp:sp>
    <dsp:sp modelId="{526E8D8F-B0F6-E747-94F5-8FCA7D986696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Demo/Walkthrough</a:t>
          </a:r>
        </a:p>
      </dsp:txBody>
      <dsp:txXfrm>
        <a:off x="1904501" y="3044763"/>
        <a:ext cx="5368995" cy="625190"/>
      </dsp:txXfrm>
    </dsp:sp>
    <dsp:sp modelId="{560AD8CB-3BA0-4B45-900E-37066A9ECAA8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5BC7F9E4-4F20-BC42-9F83-740E10196C9C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81E44361-1871-CC49-BA9C-6FA0C59D3296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E545217B-B30C-A64F-B47D-74F46F1AF52E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5E64C-63A5-4AE7-A295-AAD1CCCE4EC2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2E7CA-3083-4FBF-83BD-5CAA1BA68603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74B07-E786-48EC-9A5A-C2283D86E513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High volume of operational logs and alerts.</a:t>
          </a:r>
        </a:p>
      </dsp:txBody>
      <dsp:txXfrm>
        <a:off x="228784" y="1313725"/>
        <a:ext cx="1641796" cy="656718"/>
      </dsp:txXfrm>
    </dsp:sp>
    <dsp:sp modelId="{02654C3F-C8E6-4C19-B19C-60232991A45A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0E1C3-5084-4231-A08C-6661343F216C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F5B1F-0829-47A8-BF22-BB0FF0787FD6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Slow manual analysis and correlation.</a:t>
          </a:r>
        </a:p>
      </dsp:txBody>
      <dsp:txXfrm>
        <a:off x="2157895" y="1313725"/>
        <a:ext cx="1641796" cy="656718"/>
      </dsp:txXfrm>
    </dsp:sp>
    <dsp:sp modelId="{A6FAB5B2-065D-458C-88E8-E0DCEDD5106C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F3295-A49A-49CB-886E-7F77DA652EE1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2AB1F-DADD-40DC-BA9E-EF49581AD1F2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Inconsistent remediation steps</a:t>
          </a:r>
        </a:p>
      </dsp:txBody>
      <dsp:txXfrm>
        <a:off x="4087007" y="1313725"/>
        <a:ext cx="1641796" cy="656718"/>
      </dsp:txXfrm>
    </dsp:sp>
    <dsp:sp modelId="{368C343F-E407-41A1-9A16-72AFDBF9D136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3AC21-A9A3-4041-A646-63E6BB9A7149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FA02A-FD52-4773-9829-AC8D2B9706F9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Delayed communication to stakeholders.</a:t>
          </a:r>
        </a:p>
      </dsp:txBody>
      <dsp:txXfrm>
        <a:off x="6016118" y="1313725"/>
        <a:ext cx="1641796" cy="656718"/>
      </dsp:txXfrm>
    </dsp:sp>
    <dsp:sp modelId="{05B50F10-F5E3-3C4B-9E67-364FDA971AD8}">
      <dsp:nvSpPr>
        <dsp:cNvPr id="0" name=""/>
        <dsp:cNvSpPr/>
      </dsp:nvSpPr>
      <dsp:spPr>
        <a:xfrm>
          <a:off x="3442601" y="2380893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A735B-103E-DF42-A79A-6DBAF6CA6C29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/>
          <a:srcRect/>
          <a:stretch>
            <a:fillRect l="-39000" r="-39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740D3-2DC7-F949-885C-608F0B369D67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out of the box solutions</a:t>
          </a:r>
        </a:p>
      </dsp:txBody>
      <dsp:txXfrm>
        <a:off x="3122451" y="3694331"/>
        <a:ext cx="1641796" cy="656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B9997-CC06-F545-A422-B64A4D6412CA}">
      <dsp:nvSpPr>
        <dsp:cNvPr id="0" name=""/>
        <dsp:cNvSpPr/>
      </dsp:nvSpPr>
      <dsp:spPr>
        <a:xfrm>
          <a:off x="0" y="503310"/>
          <a:ext cx="5175384" cy="1074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AI-Driven Incident Analysis Application.</a:t>
          </a:r>
        </a:p>
      </dsp:txBody>
      <dsp:txXfrm>
        <a:off x="52431" y="555741"/>
        <a:ext cx="5070522" cy="969198"/>
      </dsp:txXfrm>
    </dsp:sp>
    <dsp:sp modelId="{2C342C00-7B43-4045-8CFA-1B688B2C846C}">
      <dsp:nvSpPr>
        <dsp:cNvPr id="0" name=""/>
        <dsp:cNvSpPr/>
      </dsp:nvSpPr>
      <dsp:spPr>
        <a:xfrm>
          <a:off x="0" y="1655130"/>
          <a:ext cx="5175384" cy="1074060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Multi-Agent System for specialized tasks (Analysis, Research, Fix).</a:t>
          </a:r>
        </a:p>
      </dsp:txBody>
      <dsp:txXfrm>
        <a:off x="52431" y="1707561"/>
        <a:ext cx="5070522" cy="969198"/>
      </dsp:txXfrm>
    </dsp:sp>
    <dsp:sp modelId="{1048291C-3BD5-8B4F-9708-A73F6141A558}">
      <dsp:nvSpPr>
        <dsp:cNvPr id="0" name=""/>
        <dsp:cNvSpPr/>
      </dsp:nvSpPr>
      <dsp:spPr>
        <a:xfrm>
          <a:off x="0" y="2806950"/>
          <a:ext cx="5175384" cy="107406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Integration with existing tools (JIRA, Slack).</a:t>
          </a:r>
        </a:p>
      </dsp:txBody>
      <dsp:txXfrm>
        <a:off x="52431" y="2859381"/>
        <a:ext cx="5070522" cy="969198"/>
      </dsp:txXfrm>
    </dsp:sp>
    <dsp:sp modelId="{81E75E9C-6DF9-5D4B-8749-C63636B8C082}">
      <dsp:nvSpPr>
        <dsp:cNvPr id="0" name=""/>
        <dsp:cNvSpPr/>
      </dsp:nvSpPr>
      <dsp:spPr>
        <a:xfrm>
          <a:off x="0" y="3958770"/>
          <a:ext cx="5175384" cy="107406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RAG-powered Context from Internal Cookbooks.</a:t>
          </a:r>
        </a:p>
      </dsp:txBody>
      <dsp:txXfrm>
        <a:off x="52431" y="4011201"/>
        <a:ext cx="5070522" cy="969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50BA2-A16F-4EC8-AC94-343020F08B05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232E2-07E8-48E5-84A5-2842867DF520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Speed: Instant analysis of complex logs.</a:t>
          </a:r>
        </a:p>
      </dsp:txBody>
      <dsp:txXfrm>
        <a:off x="25435" y="2276522"/>
        <a:ext cx="1800000" cy="720000"/>
      </dsp:txXfrm>
    </dsp:sp>
    <dsp:sp modelId="{B31FAB43-2321-4E97-9E81-7DD5136A6AB3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8DCF5-4808-4183-84E8-9497827AB9D2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Accuracy: Context-aware fixes using internal knowledge bases.</a:t>
          </a:r>
        </a:p>
      </dsp:txBody>
      <dsp:txXfrm>
        <a:off x="2140435" y="2276522"/>
        <a:ext cx="1800000" cy="720000"/>
      </dsp:txXfrm>
    </dsp:sp>
    <dsp:sp modelId="{5D643F85-69E6-42C0-B708-49C20D25BF10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48F8A-38A4-467E-B8B4-EE9AED8C3A85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Scalability: Handle thousands of incidents automatically.</a:t>
          </a:r>
        </a:p>
      </dsp:txBody>
      <dsp:txXfrm>
        <a:off x="4255435" y="2276522"/>
        <a:ext cx="1800000" cy="720000"/>
      </dsp:txXfrm>
    </dsp:sp>
    <dsp:sp modelId="{974A2AE9-BF23-4876-B79C-8A64247F6D90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152A6-E2C2-437A-8C3B-48B5801E6E9C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Traceability: All actions logged and tracked in JIRA.</a:t>
          </a:r>
        </a:p>
      </dsp:txBody>
      <dsp:txXfrm>
        <a:off x="6370435" y="227652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2346C-D307-EA4B-8E53-1A7F26B8CCA0}">
      <dsp:nvSpPr>
        <dsp:cNvPr id="0" name=""/>
        <dsp:cNvSpPr/>
      </dsp:nvSpPr>
      <dsp:spPr>
        <a:xfrm>
          <a:off x="0" y="7725"/>
          <a:ext cx="5175384" cy="1007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Chandra Nayak</a:t>
          </a:r>
        </a:p>
      </dsp:txBody>
      <dsp:txXfrm>
        <a:off x="49176" y="56901"/>
        <a:ext cx="5077032" cy="909018"/>
      </dsp:txXfrm>
    </dsp:sp>
    <dsp:sp modelId="{CE12077D-C8DD-354D-BF53-ABDA89A886F8}">
      <dsp:nvSpPr>
        <dsp:cNvPr id="0" name=""/>
        <dsp:cNvSpPr/>
      </dsp:nvSpPr>
      <dsp:spPr>
        <a:xfrm>
          <a:off x="0" y="1136055"/>
          <a:ext cx="5175384" cy="100737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Chandrakala Bandaru</a:t>
          </a:r>
        </a:p>
      </dsp:txBody>
      <dsp:txXfrm>
        <a:off x="49176" y="1185231"/>
        <a:ext cx="5077032" cy="909018"/>
      </dsp:txXfrm>
    </dsp:sp>
    <dsp:sp modelId="{A4FA1130-F5FA-F041-A295-82E827C7B790}">
      <dsp:nvSpPr>
        <dsp:cNvPr id="0" name=""/>
        <dsp:cNvSpPr/>
      </dsp:nvSpPr>
      <dsp:spPr>
        <a:xfrm>
          <a:off x="0" y="2264385"/>
          <a:ext cx="5175384" cy="100737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Devendra Gupta</a:t>
          </a:r>
        </a:p>
      </dsp:txBody>
      <dsp:txXfrm>
        <a:off x="49176" y="2313561"/>
        <a:ext cx="5077032" cy="909018"/>
      </dsp:txXfrm>
    </dsp:sp>
    <dsp:sp modelId="{D240F4F6-EF02-8F41-B563-999783205364}">
      <dsp:nvSpPr>
        <dsp:cNvPr id="0" name=""/>
        <dsp:cNvSpPr/>
      </dsp:nvSpPr>
      <dsp:spPr>
        <a:xfrm>
          <a:off x="0" y="3392715"/>
          <a:ext cx="5175384" cy="100737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Roshan Shrestha</a:t>
          </a:r>
        </a:p>
      </dsp:txBody>
      <dsp:txXfrm>
        <a:off x="49176" y="3441891"/>
        <a:ext cx="5077032" cy="909018"/>
      </dsp:txXfrm>
    </dsp:sp>
    <dsp:sp modelId="{0E140163-327B-6645-95B3-6DB32285EE48}">
      <dsp:nvSpPr>
        <dsp:cNvPr id="0" name=""/>
        <dsp:cNvSpPr/>
      </dsp:nvSpPr>
      <dsp:spPr>
        <a:xfrm>
          <a:off x="0" y="4521045"/>
          <a:ext cx="5175384" cy="100737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Sasi </a:t>
          </a:r>
          <a:r>
            <a:rPr lang="en-US" sz="4200" kern="1200" dirty="0" err="1"/>
            <a:t>Meghanathan</a:t>
          </a:r>
          <a:endParaRPr lang="en-US" sz="4200" kern="1200" dirty="0"/>
        </a:p>
      </dsp:txBody>
      <dsp:txXfrm>
        <a:off x="49176" y="4570221"/>
        <a:ext cx="5077032" cy="909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73D35EAB-1C07-34F8-5C19-0E866D6C6B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82" r="16083" b="1"/>
          <a:stretch>
            <a:fillRect/>
          </a:stretch>
        </p:blipFill>
        <p:spPr>
          <a:xfrm>
            <a:off x="3082595" y="10"/>
            <a:ext cx="6061405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200"/>
              <a:t>AI DevOps Incident Analyst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2949980" cy="1208141"/>
          </a:xfrm>
        </p:spPr>
        <p:txBody>
          <a:bodyPr>
            <a:normAutofit/>
          </a:bodyPr>
          <a:lstStyle/>
          <a:p>
            <a:pPr algn="l"/>
            <a:r>
              <a:rPr lang="en-US" sz="1700"/>
              <a:t>Automated Incident Remediation with Multi-Agent Architecture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50"/>
    </mc:Choice>
    <mc:Fallback>
      <p:transition spd="slow" advTm="50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F73C32-3A47-5D5B-8C5A-4205FFF109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519903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71"/>
    </mc:Choice>
    <mc:Fallback>
      <p:transition spd="slow" advTm="377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The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6FEAB2-BB89-6073-3345-EDB7922CFF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25078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9"/>
    </mc:Choice>
    <mc:Fallback>
      <p:transition spd="slow" advTm="119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The Solution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7DB2AB-AC2B-FFC0-79B1-3B6DF8CBC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44186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5"/>
    </mc:Choice>
    <mc:Fallback>
      <p:transition spd="slow" advTm="37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Architecture Multi-Agent Flow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Orchestrator: </a:t>
            </a:r>
            <a:r>
              <a:rPr dirty="0" err="1"/>
              <a:t>LangGraph</a:t>
            </a:r>
            <a:r>
              <a:rPr dirty="0"/>
              <a:t> State Machine</a:t>
            </a:r>
          </a:p>
          <a:p>
            <a:pPr lvl="1"/>
            <a:r>
              <a:rPr dirty="0"/>
              <a:t>Log Reader Agent: Parses raw logs.</a:t>
            </a:r>
          </a:p>
          <a:p>
            <a:pPr lvl="1"/>
            <a:r>
              <a:rPr dirty="0"/>
              <a:t>Cookbook Agent: Retrieves vector-embedded docs.</a:t>
            </a:r>
          </a:p>
          <a:p>
            <a:pPr lvl="1"/>
            <a:r>
              <a:rPr dirty="0"/>
              <a:t>Remediation Agent: Synthesizes fixes.</a:t>
            </a:r>
          </a:p>
          <a:p>
            <a:pPr lvl="1"/>
            <a:r>
              <a:rPr dirty="0"/>
              <a:t>Action Agents: JIRA Ticket Creation &amp; Slack Notification.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3"/>
    </mc:Choice>
    <mc:Fallback>
      <p:transition spd="slow" advTm="29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8FA0D2-C715-3E70-2D58-0A7BD8A756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8312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4"/>
    </mc:Choice>
    <mc:Fallback>
      <p:transition spd="slow" advTm="35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2F07D-7309-0883-243D-E735B6D78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The Team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279447-BFA3-6203-FA9B-6B70B00A9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907375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861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4BFDB-C099-5176-F542-C80D2E45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7" name="Graphic 6" descr="Play">
            <a:extLst>
              <a:ext uri="{FF2B5EF4-FFF2-40B4-BE49-F238E27FC236}">
                <a16:creationId xmlns:a16="http://schemas.microsoft.com/office/drawing/2014/main" id="{11545640-38B7-A93F-28C9-0CC1890C4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73778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180</Words>
  <Application>Microsoft Macintosh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AI DevOps Incident Analyst</vt:lpstr>
      <vt:lpstr>Agenda</vt:lpstr>
      <vt:lpstr>The Challenge</vt:lpstr>
      <vt:lpstr>The Solution</vt:lpstr>
      <vt:lpstr>Architecture Multi-Agent Flow</vt:lpstr>
      <vt:lpstr>Key Benefits</vt:lpstr>
      <vt:lpstr>The Team</vt:lpstr>
      <vt:lpstr>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 Me</cp:lastModifiedBy>
  <cp:revision>4</cp:revision>
  <dcterms:created xsi:type="dcterms:W3CDTF">2013-01-27T09:14:16Z</dcterms:created>
  <dcterms:modified xsi:type="dcterms:W3CDTF">2025-12-14T05:54:58Z</dcterms:modified>
  <cp:category/>
</cp:coreProperties>
</file>